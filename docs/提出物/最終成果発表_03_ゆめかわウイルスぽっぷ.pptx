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
  </p:notesMasterIdLst>
  <p:sldIdLst>
    <p:sldId id="256" r:id="rId2"/>
    <p:sldId id="257" r:id="rId3"/>
    <p:sldId id="258" r:id="rId4"/>
    <p:sldId id="259" r:id="rId5"/>
    <p:sldId id="260" r:id="rId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5884" autoAdjust="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EF4371A-D5F7-44C1-80F8-FA25F33E882E}" type="datetimeFigureOut">
              <a:rPr kumimoji="1" lang="ja-JP" altLang="en-US" smtClean="0"/>
              <a:t>2026/10/23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4FB7477-CFFE-48FE-8362-1D7FF90CA97D}" type="slidenum">
              <a:rPr kumimoji="1" lang="ja-JP" altLang="en-US" smtClean="0"/>
              <a:t>‹#›</a:t>
            </a:fld>
            <a:endParaRPr kumimoji="1" lang="ja-JP" altLang="en-US"/>
          </a:p>
        </p:txBody>
      </p:sp>
    </p:spTree>
    <p:extLst>
      <p:ext uri="{BB962C8B-B14F-4D97-AF65-F5344CB8AC3E}">
        <p14:creationId xmlns:p14="http://schemas.microsoft.com/office/powerpoint/2010/main" val="306272842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a:t>【</a:t>
            </a:r>
            <a:r>
              <a:rPr kumimoji="1" lang="ja-JP" altLang="en-US"/>
              <a:t>スライド</a:t>
            </a:r>
            <a:r>
              <a:rPr kumimoji="1" lang="en-US" altLang="ja-JP"/>
              <a:t>1</a:t>
            </a:r>
            <a:r>
              <a:rPr kumimoji="1" lang="ja-JP" altLang="en-US"/>
              <a:t>・</a:t>
            </a:r>
            <a:r>
              <a:rPr kumimoji="1" lang="en-US" altLang="ja-JP"/>
              <a:t>30</a:t>
            </a:r>
            <a:r>
              <a:rPr kumimoji="1" lang="ja-JP" altLang="en-US"/>
              <a:t>秒</a:t>
            </a:r>
            <a:r>
              <a:rPr kumimoji="1" lang="en-US" altLang="ja-JP"/>
              <a:t>】</a:t>
            </a:r>
            <a:r>
              <a:rPr kumimoji="1" lang="ja-JP" altLang="en-US"/>
              <a:t>話す人：松井さん（班長）</a:t>
            </a:r>
          </a:p>
          <a:p>
            <a:r>
              <a:rPr kumimoji="1" lang="ja-JP" altLang="en-US"/>
              <a:t>・チーム名と</a:t>
            </a:r>
            <a:r>
              <a:rPr kumimoji="1" lang="en-US" altLang="ja-JP"/>
              <a:t>3</a:t>
            </a:r>
            <a:r>
              <a:rPr kumimoji="1" lang="ja-JP" altLang="en-US"/>
              <a:t>人の担当を紹介する</a:t>
            </a:r>
          </a:p>
          <a:p>
            <a:r>
              <a:rPr kumimoji="1" lang="ja-JP" altLang="en-US"/>
              <a:t>・「今日はアプリの説明ではなく、</a:t>
            </a:r>
            <a:r>
              <a:rPr kumimoji="1" lang="en-US" altLang="ja-JP"/>
              <a:t>AI</a:t>
            </a:r>
            <a:r>
              <a:rPr kumimoji="1" lang="ja-JP" altLang="en-US"/>
              <a:t>をどう使って作ったかを話します」と最初に言う</a:t>
            </a:r>
          </a:p>
        </p:txBody>
      </p:sp>
      <p:sp>
        <p:nvSpPr>
          <p:cNvPr id="4" name="スライド番号プレースホルダー 3"/>
          <p:cNvSpPr>
            <a:spLocks noGrp="1"/>
          </p:cNvSpPr>
          <p:nvPr>
            <p:ph type="sldNum" sz="quarter" idx="5"/>
          </p:nvPr>
        </p:nvSpPr>
        <p:spPr/>
        <p:txBody>
          <a:bodyPr/>
          <a:lstStyle/>
          <a:p>
            <a:fld id="{84FB7477-CFFE-48FE-8362-1D7FF90CA97D}" type="slidenum">
              <a:rPr kumimoji="1" lang="ja-JP" altLang="en-US" smtClean="0"/>
              <a:t>1</a:t>
            </a:fld>
            <a:endParaRPr kumimoji="1" lang="ja-JP" altLang="en-US"/>
          </a:p>
        </p:txBody>
      </p:sp>
    </p:spTree>
    <p:extLst>
      <p:ext uri="{BB962C8B-B14F-4D97-AF65-F5344CB8AC3E}">
        <p14:creationId xmlns:p14="http://schemas.microsoft.com/office/powerpoint/2010/main" val="13962511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a:t>【</a:t>
            </a:r>
            <a:r>
              <a:rPr kumimoji="1" lang="ja-JP" altLang="en-US"/>
              <a:t>スライド</a:t>
            </a:r>
            <a:r>
              <a:rPr kumimoji="1" lang="en-US" altLang="ja-JP"/>
              <a:t>2</a:t>
            </a:r>
            <a:r>
              <a:rPr kumimoji="1" lang="ja-JP" altLang="en-US"/>
              <a:t>・</a:t>
            </a:r>
            <a:r>
              <a:rPr kumimoji="1" lang="en-US" altLang="ja-JP"/>
              <a:t>1</a:t>
            </a:r>
            <a:r>
              <a:rPr kumimoji="1" lang="ja-JP" altLang="en-US"/>
              <a:t>分</a:t>
            </a:r>
            <a:r>
              <a:rPr kumimoji="1" lang="en-US" altLang="ja-JP"/>
              <a:t>】</a:t>
            </a:r>
            <a:r>
              <a:rPr kumimoji="1" lang="ja-JP" altLang="en-US"/>
              <a:t>話す人：岡野さん</a:t>
            </a:r>
          </a:p>
          <a:p>
            <a:r>
              <a:rPr kumimoji="1" lang="ja-JP" altLang="en-US"/>
              <a:t>・ペルソナ（松田みゆさん）を紹介する：都立高校</a:t>
            </a:r>
            <a:r>
              <a:rPr kumimoji="1" lang="en-US" altLang="ja-JP"/>
              <a:t>2</a:t>
            </a:r>
            <a:r>
              <a:rPr kumimoji="1" lang="ja-JP" altLang="en-US"/>
              <a:t>年、かわいいものとメイクが好き、家族が</a:t>
            </a:r>
            <a:r>
              <a:rPr kumimoji="1" lang="en-US" altLang="ja-JP"/>
              <a:t>IT</a:t>
            </a:r>
            <a:r>
              <a:rPr kumimoji="1" lang="ja-JP" altLang="en-US"/>
              <a:t>系で自分も</a:t>
            </a:r>
            <a:r>
              <a:rPr kumimoji="1" lang="en-US" altLang="ja-JP"/>
              <a:t>IT</a:t>
            </a:r>
            <a:r>
              <a:rPr kumimoji="1" lang="ja-JP" altLang="en-US"/>
              <a:t>に興味がある</a:t>
            </a:r>
          </a:p>
          <a:p>
            <a:r>
              <a:rPr kumimoji="1" lang="ja-JP" altLang="en-US"/>
              <a:t>・悩みは「楽しいイベントに行きたいけれど、お金がない」→ 課題は「お金を使わずに、学園祭で楽しく遊びたい」</a:t>
            </a:r>
          </a:p>
          <a:p>
            <a:r>
              <a:rPr kumimoji="1" lang="ja-JP" altLang="en-US"/>
              <a:t>・右の①〜④は、みゆさんの特徴から決めたこと：①兄や友だちと来る → 本日のトップ3、②ITに興味 → 本物のウイルスの名前と豆知識（ぷにぷにランサムちゃん など）、③かわいいものが好き → ゆめかわな見た目とキャラ、④お金がない → 無料・知っている曲を1曲1分で</a:t>
            </a:r>
          </a:p>
          <a:p>
            <a:r>
              <a:rPr kumimoji="1" lang="ja-JP" altLang="en-US"/>
              <a:t>・「みゆさんを細かく決めたので、3人で『みゆさんなら喜ぶか』で迷わず決められ、アプリがぼやけずにくっきりしました。AIに頼むときも、ターゲットを伝えたら案がしぼれました」</a:t>
            </a:r>
          </a:p>
          <a:p>
            <a:r>
              <a:rPr kumimoji="1" lang="ja-JP" altLang="en-US"/>
              <a:t>・「そこで作ったのが、ゆめかわ★ウイルス・ぽっぷです」と言って、次のデモへつなぐ</a:t>
            </a:r>
          </a:p>
        </p:txBody>
      </p:sp>
      <p:sp>
        <p:nvSpPr>
          <p:cNvPr id="4" name="スライド番号プレースホルダー 3"/>
          <p:cNvSpPr>
            <a:spLocks noGrp="1"/>
          </p:cNvSpPr>
          <p:nvPr>
            <p:ph type="sldNum" sz="quarter" idx="5"/>
          </p:nvPr>
        </p:nvSpPr>
        <p:spPr/>
        <p:txBody>
          <a:bodyPr/>
          <a:lstStyle/>
          <a:p>
            <a:fld id="{84FB7477-CFFE-48FE-8362-1D7FF90CA97D}" type="slidenum">
              <a:rPr kumimoji="1" lang="ja-JP" altLang="en-US" smtClean="0"/>
              <a:t>2</a:t>
            </a:fld>
            <a:endParaRPr kumimoji="1" lang="ja-JP" altLang="en-US"/>
          </a:p>
        </p:txBody>
      </p:sp>
    </p:spTree>
    <p:extLst>
      <p:ext uri="{BB962C8B-B14F-4D97-AF65-F5344CB8AC3E}">
        <p14:creationId xmlns:p14="http://schemas.microsoft.com/office/powerpoint/2010/main" val="14437269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a:t>【</a:t>
            </a:r>
            <a:r>
              <a:rPr kumimoji="1" lang="ja-JP" altLang="en-US"/>
              <a:t>スライド</a:t>
            </a:r>
            <a:r>
              <a:rPr kumimoji="1" lang="en-US" altLang="ja-JP"/>
              <a:t>3</a:t>
            </a:r>
            <a:r>
              <a:rPr kumimoji="1" lang="ja-JP" altLang="en-US"/>
              <a:t>・</a:t>
            </a:r>
            <a:r>
              <a:rPr kumimoji="1" lang="en-US" altLang="ja-JP"/>
              <a:t>1</a:t>
            </a:r>
            <a:r>
              <a:rPr kumimoji="1" lang="ja-JP" altLang="en-US"/>
              <a:t>分</a:t>
            </a:r>
            <a:r>
              <a:rPr kumimoji="1" lang="en-US" altLang="ja-JP"/>
              <a:t>30</a:t>
            </a:r>
            <a:r>
              <a:rPr kumimoji="1" lang="ja-JP" altLang="en-US"/>
              <a:t>秒</a:t>
            </a:r>
            <a:r>
              <a:rPr kumimoji="1" lang="en-US" altLang="ja-JP"/>
              <a:t>】</a:t>
            </a:r>
            <a:r>
              <a:rPr kumimoji="1" lang="ja-JP" altLang="en-US"/>
              <a:t>話す人：松井さん（操作も）</a:t>
            </a:r>
          </a:p>
          <a:p>
            <a:r>
              <a:rPr kumimoji="1" lang="ja-JP" altLang="en-US"/>
              <a:t>・中身のくわしい説明はしない（先生：デモはカンタンに）</a:t>
            </a:r>
          </a:p>
          <a:p>
            <a:r>
              <a:rPr kumimoji="1" lang="ja-JP" altLang="en-US"/>
              <a:t>・見せるのは</a:t>
            </a:r>
            <a:r>
              <a:rPr kumimoji="1" lang="en-US" altLang="ja-JP"/>
              <a:t>3</a:t>
            </a:r>
            <a:r>
              <a:rPr kumimoji="1" lang="ja-JP" altLang="en-US"/>
              <a:t>つだけ：曲を選ぶ → 叩く → リザルト</a:t>
            </a:r>
          </a:p>
        </p:txBody>
      </p:sp>
      <p:sp>
        <p:nvSpPr>
          <p:cNvPr id="4" name="スライド番号プレースホルダー 3"/>
          <p:cNvSpPr>
            <a:spLocks noGrp="1"/>
          </p:cNvSpPr>
          <p:nvPr>
            <p:ph type="sldNum" sz="quarter" idx="5"/>
          </p:nvPr>
        </p:nvSpPr>
        <p:spPr/>
        <p:txBody>
          <a:bodyPr/>
          <a:lstStyle/>
          <a:p>
            <a:fld id="{84FB7477-CFFE-48FE-8362-1D7FF90CA97D}" type="slidenum">
              <a:rPr kumimoji="1" lang="ja-JP" altLang="en-US" smtClean="0"/>
              <a:t>3</a:t>
            </a:fld>
            <a:endParaRPr kumimoji="1" lang="ja-JP" altLang="en-US"/>
          </a:p>
        </p:txBody>
      </p:sp>
    </p:spTree>
    <p:extLst>
      <p:ext uri="{BB962C8B-B14F-4D97-AF65-F5344CB8AC3E}">
        <p14:creationId xmlns:p14="http://schemas.microsoft.com/office/powerpoint/2010/main" val="13612425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【スライド4・3分】話す人：①岡野さん、②松井さん、③中山さん（1人1分くらい）。流れは「①選ぶ → ②頼む（作らせる） → ③確かめる」</a:t>
            </a:r>
          </a:p>
          <a:p>
            <a:r>
              <a:rPr kumimoji="1" lang="en-US" altLang="ja-JP" dirty="0"/>
              <a:t>・①（岡野さん）：初級と上級の差が大きすぎた。AIは1曲を2つにアレンジする案を出したが、班で話し合って、曲そのものの難しさで分けた。来場者に分かりやすいから。その結果が★1〜★6の6曲（デモで見せたとおり）</a:t>
            </a:r>
          </a:p>
          <a:p>
            <a:r>
              <a:rPr kumimoji="1" lang="en-US" altLang="ja-JP" dirty="0"/>
              <a:t>・②（松井さん）：AIはファイルは読めても、班のルールは知らない。10か条の例＝仕様書どおり（数値・関数名を変えない）／頼まれたファイルだけ直す／同じ名前を使わない／コメントは「// ★」で中学生にも分かる言葉／迷ったら勝手に決めず報告。プロンプトは毎回2行。3人・3つのAIでも同じルールで作れ、担当外のファイルを勝手に書きかえられたことはなかった</a:t>
            </a:r>
          </a:p>
          <a:p>
            <a:r>
              <a:rPr kumimoji="1" lang="en-US" altLang="ja-JP" dirty="0"/>
              <a:t>・③（中山さん）：天国と地獄の最後を歌って伝えたら、作り話の曲ができた。原曲を調べさせ、ドレミで打った流れを目印に楽譜を探させた。最後は音だけ聞けるページで耳で確かめ、「7小節目のレはいらない」と伝えて1回で直った</a:t>
            </a:r>
          </a:p>
          <a:p>
            <a:r>
              <a:rPr kumimoji="1" lang="en-US" altLang="ja-JP" dirty="0"/>
              <a:t>・最後に一言：「人が選んで、AIに作らせて、人が確かめる」</a:t>
            </a:r>
          </a:p>
        </p:txBody>
      </p:sp>
      <p:sp>
        <p:nvSpPr>
          <p:cNvPr id="4" name="スライド番号プレースホルダー 3"/>
          <p:cNvSpPr>
            <a:spLocks noGrp="1"/>
          </p:cNvSpPr>
          <p:nvPr>
            <p:ph type="sldNum" sz="quarter" idx="5"/>
          </p:nvPr>
        </p:nvSpPr>
        <p:spPr/>
        <p:txBody>
          <a:bodyPr/>
          <a:lstStyle/>
          <a:p>
            <a:fld id="{84FB7477-CFFE-48FE-8362-1D7FF90CA97D}" type="slidenum">
              <a:rPr kumimoji="1" lang="ja-JP" altLang="en-US" smtClean="0"/>
              <a:t>4</a:t>
            </a:fld>
            <a:endParaRPr kumimoji="1" lang="ja-JP" altLang="en-US"/>
          </a:p>
        </p:txBody>
      </p:sp>
    </p:spTree>
    <p:extLst>
      <p:ext uri="{BB962C8B-B14F-4D97-AF65-F5344CB8AC3E}">
        <p14:creationId xmlns:p14="http://schemas.microsoft.com/office/powerpoint/2010/main" val="23458978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a:t>【</a:t>
            </a:r>
            <a:r>
              <a:rPr kumimoji="1" lang="ja-JP" altLang="en-US"/>
              <a:t>スライド</a:t>
            </a:r>
            <a:r>
              <a:rPr kumimoji="1" lang="en-US" altLang="ja-JP"/>
              <a:t>5</a:t>
            </a:r>
            <a:r>
              <a:rPr kumimoji="1" lang="ja-JP" altLang="en-US"/>
              <a:t>・</a:t>
            </a:r>
            <a:r>
              <a:rPr kumimoji="1" lang="en-US" altLang="ja-JP"/>
              <a:t>2</a:t>
            </a:r>
            <a:r>
              <a:rPr kumimoji="1" lang="ja-JP" altLang="en-US"/>
              <a:t>分</a:t>
            </a:r>
            <a:r>
              <a:rPr kumimoji="1" lang="en-US" altLang="ja-JP"/>
              <a:t>】</a:t>
            </a:r>
            <a:r>
              <a:rPr kumimoji="1" lang="ja-JP" altLang="en-US"/>
              <a:t>話す人：岡野さん（まとめ）</a:t>
            </a:r>
          </a:p>
          <a:p>
            <a:r>
              <a:rPr kumimoji="1" lang="ja-JP" altLang="en-US"/>
              <a:t>・左の学び・気づきがメイン。</a:t>
            </a:r>
            <a:r>
              <a:rPr kumimoji="1" lang="en-US" altLang="ja-JP"/>
              <a:t>3</a:t>
            </a:r>
            <a:r>
              <a:rPr kumimoji="1" lang="ja-JP" altLang="en-US"/>
              <a:t>人で</a:t>
            </a:r>
            <a:r>
              <a:rPr kumimoji="1" lang="en-US" altLang="ja-JP"/>
              <a:t>1</a:t>
            </a:r>
            <a:r>
              <a:rPr kumimoji="1" lang="ja-JP" altLang="en-US"/>
              <a:t>つずつ言ってもよい</a:t>
            </a:r>
          </a:p>
          <a:p>
            <a:r>
              <a:rPr kumimoji="1" lang="ja-JP" altLang="en-US"/>
              <a:t>・右の数は、さっと読む。テスト</a:t>
            </a:r>
            <a:r>
              <a:rPr kumimoji="1" lang="en-US" altLang="ja-JP"/>
              <a:t>116</a:t>
            </a:r>
            <a:r>
              <a:rPr kumimoji="1" lang="ja-JP" altLang="en-US"/>
              <a:t>件はすべて </a:t>
            </a:r>
            <a:r>
              <a:rPr kumimoji="1" lang="en-US" altLang="ja-JP"/>
              <a:t>Pass</a:t>
            </a:r>
            <a:r>
              <a:rPr kumimoji="1" lang="ja-JP" altLang="en-US"/>
              <a:t>、不具合（</a:t>
            </a:r>
            <a:r>
              <a:rPr kumimoji="1" lang="en-US" altLang="ja-JP"/>
              <a:t>B-001</a:t>
            </a:r>
            <a:r>
              <a:rPr kumimoji="1" lang="ja-JP" altLang="en-US"/>
              <a:t>）も</a:t>
            </a:r>
            <a:r>
              <a:rPr kumimoji="1" lang="en-US" altLang="ja-JP"/>
              <a:t>1</a:t>
            </a:r>
            <a:r>
              <a:rPr kumimoji="1" lang="ja-JP" altLang="en-US"/>
              <a:t>件見つけて直した</a:t>
            </a:r>
          </a:p>
          <a:p>
            <a:r>
              <a:rPr kumimoji="1" lang="ja-JP" altLang="en-US"/>
              <a:t>・最後に「ありがとうございました」→ 質疑応答へ</a:t>
            </a:r>
          </a:p>
        </p:txBody>
      </p:sp>
      <p:sp>
        <p:nvSpPr>
          <p:cNvPr id="4" name="スライド番号プレースホルダー 3"/>
          <p:cNvSpPr>
            <a:spLocks noGrp="1"/>
          </p:cNvSpPr>
          <p:nvPr>
            <p:ph type="sldNum" sz="quarter" idx="5"/>
          </p:nvPr>
        </p:nvSpPr>
        <p:spPr/>
        <p:txBody>
          <a:bodyPr/>
          <a:lstStyle/>
          <a:p>
            <a:fld id="{84FB7477-CFFE-48FE-8362-1D7FF90CA97D}" type="slidenum">
              <a:rPr kumimoji="1" lang="ja-JP" altLang="en-US" smtClean="0"/>
              <a:t>5</a:t>
            </a:fld>
            <a:endParaRPr kumimoji="1" lang="ja-JP" altLang="en-US"/>
          </a:p>
        </p:txBody>
      </p:sp>
    </p:spTree>
    <p:extLst>
      <p:ext uri="{BB962C8B-B14F-4D97-AF65-F5344CB8AC3E}">
        <p14:creationId xmlns:p14="http://schemas.microsoft.com/office/powerpoint/2010/main" val="30545411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A58A1F7-EC4D-44CA-90B0-92D9D54A1025}"/>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C9782703-BF59-45B3-AF49-BF9326E35C1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9A63BB9C-9482-403B-9582-D4785CE29ECE}"/>
              </a:ext>
            </a:extLst>
          </p:cNvPr>
          <p:cNvSpPr>
            <a:spLocks noGrp="1"/>
          </p:cNvSpPr>
          <p:nvPr>
            <p:ph type="dt" sz="half" idx="10"/>
          </p:nvPr>
        </p:nvSpPr>
        <p:spPr/>
        <p:txBody>
          <a:bodyPr/>
          <a:lstStyle/>
          <a:p>
            <a:fld id="{5D6A0552-59A8-4316-96BC-911E78AD02A6}" type="datetimeFigureOut">
              <a:rPr kumimoji="1" lang="ja-JP" altLang="en-US" smtClean="0"/>
              <a:t>2026/10/23</a:t>
            </a:fld>
            <a:endParaRPr kumimoji="1" lang="ja-JP" altLang="en-US"/>
          </a:p>
        </p:txBody>
      </p:sp>
      <p:sp>
        <p:nvSpPr>
          <p:cNvPr id="5" name="フッター プレースホルダー 4">
            <a:extLst>
              <a:ext uri="{FF2B5EF4-FFF2-40B4-BE49-F238E27FC236}">
                <a16:creationId xmlns:a16="http://schemas.microsoft.com/office/drawing/2014/main" id="{ACD14E58-BEE7-4E8E-A5A2-5EC42AE806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FCFBD8D-39AC-410A-9819-F6FD497B1880}"/>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33041596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1B56929-E82D-41D2-8AFE-A91EC02AEC4C}"/>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ECC7E95-AC48-4E08-BEBB-9648B247186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B9ABC12-777B-4CE8-87BF-038A07EDB864}"/>
              </a:ext>
            </a:extLst>
          </p:cNvPr>
          <p:cNvSpPr>
            <a:spLocks noGrp="1"/>
          </p:cNvSpPr>
          <p:nvPr>
            <p:ph type="dt" sz="half" idx="10"/>
          </p:nvPr>
        </p:nvSpPr>
        <p:spPr/>
        <p:txBody>
          <a:bodyPr/>
          <a:lstStyle/>
          <a:p>
            <a:fld id="{5D6A0552-59A8-4316-96BC-911E78AD02A6}" type="datetimeFigureOut">
              <a:rPr kumimoji="1" lang="ja-JP" altLang="en-US" smtClean="0"/>
              <a:t>2026/10/23</a:t>
            </a:fld>
            <a:endParaRPr kumimoji="1" lang="ja-JP" altLang="en-US"/>
          </a:p>
        </p:txBody>
      </p:sp>
      <p:sp>
        <p:nvSpPr>
          <p:cNvPr id="5" name="フッター プレースホルダー 4">
            <a:extLst>
              <a:ext uri="{FF2B5EF4-FFF2-40B4-BE49-F238E27FC236}">
                <a16:creationId xmlns:a16="http://schemas.microsoft.com/office/drawing/2014/main" id="{7108C42A-E6C0-408E-8D13-F62B241FB41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A540812-54A3-4C57-8445-CC5028AEFEFB}"/>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1316351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48E2574-EF9A-4B53-87C1-F012DF917864}"/>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43F6170-96C9-4039-BFF7-66D3AA4440D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2981AF76-41F2-427C-9B1B-3C3655B6730E}"/>
              </a:ext>
            </a:extLst>
          </p:cNvPr>
          <p:cNvSpPr>
            <a:spLocks noGrp="1"/>
          </p:cNvSpPr>
          <p:nvPr>
            <p:ph type="dt" sz="half" idx="10"/>
          </p:nvPr>
        </p:nvSpPr>
        <p:spPr/>
        <p:txBody>
          <a:bodyPr/>
          <a:lstStyle/>
          <a:p>
            <a:fld id="{5D6A0552-59A8-4316-96BC-911E78AD02A6}" type="datetimeFigureOut">
              <a:rPr kumimoji="1" lang="ja-JP" altLang="en-US" smtClean="0"/>
              <a:t>2026/10/23</a:t>
            </a:fld>
            <a:endParaRPr kumimoji="1" lang="ja-JP" altLang="en-US"/>
          </a:p>
        </p:txBody>
      </p:sp>
      <p:sp>
        <p:nvSpPr>
          <p:cNvPr id="5" name="フッター プレースホルダー 4">
            <a:extLst>
              <a:ext uri="{FF2B5EF4-FFF2-40B4-BE49-F238E27FC236}">
                <a16:creationId xmlns:a16="http://schemas.microsoft.com/office/drawing/2014/main" id="{271DC532-27B8-4D35-A608-F03C1EFEE7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9BC7013-A9F2-44D5-8D4D-39024103052D}"/>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3260273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139C2CE-335E-4E0A-BD3B-5B5A0BDE035C}"/>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727B784D-A4BC-4102-8CA1-D57AB1ECDE09}"/>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B7016748-4027-4931-8BDC-BDAF099B80FC}"/>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F22791BC-F5D7-49B1-80AD-FFA44413DC51}"/>
              </a:ext>
            </a:extLst>
          </p:cNvPr>
          <p:cNvSpPr>
            <a:spLocks noGrp="1"/>
          </p:cNvSpPr>
          <p:nvPr>
            <p:ph type="dt" sz="half" idx="10"/>
          </p:nvPr>
        </p:nvSpPr>
        <p:spPr/>
        <p:txBody>
          <a:bodyPr/>
          <a:lstStyle/>
          <a:p>
            <a:fld id="{5D6A0552-59A8-4316-96BC-911E78AD02A6}" type="datetimeFigureOut">
              <a:rPr kumimoji="1" lang="ja-JP" altLang="en-US" smtClean="0"/>
              <a:t>2026/10/23</a:t>
            </a:fld>
            <a:endParaRPr kumimoji="1" lang="ja-JP" altLang="en-US"/>
          </a:p>
        </p:txBody>
      </p:sp>
      <p:sp>
        <p:nvSpPr>
          <p:cNvPr id="6" name="フッター プレースホルダー 5">
            <a:extLst>
              <a:ext uri="{FF2B5EF4-FFF2-40B4-BE49-F238E27FC236}">
                <a16:creationId xmlns:a16="http://schemas.microsoft.com/office/drawing/2014/main" id="{0CE7A67C-8F12-4C65-8E23-F3CAD969A944}"/>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B9F4022E-C5E3-4B85-9D9D-0B6530BDE0F6}"/>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28277745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E48FCCA-2B8E-40A2-A091-9C5CC20F286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BE9E4E4-6024-44B9-A7EE-D1BAFE97A95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D8A108C-E11F-4D86-BE53-1D7838603A99}"/>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C67E72EF-7496-4354-A24E-7F10B2BE56D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C4E09149-64CF-41C6-9198-4005D2BD92E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5343D89-7DE6-4E41-B608-611AD1069181}"/>
              </a:ext>
            </a:extLst>
          </p:cNvPr>
          <p:cNvSpPr>
            <a:spLocks noGrp="1"/>
          </p:cNvSpPr>
          <p:nvPr>
            <p:ph type="dt" sz="half" idx="10"/>
          </p:nvPr>
        </p:nvSpPr>
        <p:spPr/>
        <p:txBody>
          <a:bodyPr/>
          <a:lstStyle/>
          <a:p>
            <a:fld id="{5D6A0552-59A8-4316-96BC-911E78AD02A6}" type="datetimeFigureOut">
              <a:rPr kumimoji="1" lang="ja-JP" altLang="en-US" smtClean="0"/>
              <a:t>2026/10/23</a:t>
            </a:fld>
            <a:endParaRPr kumimoji="1" lang="ja-JP" altLang="en-US"/>
          </a:p>
        </p:txBody>
      </p:sp>
      <p:sp>
        <p:nvSpPr>
          <p:cNvPr id="8" name="フッター プレースホルダー 7">
            <a:extLst>
              <a:ext uri="{FF2B5EF4-FFF2-40B4-BE49-F238E27FC236}">
                <a16:creationId xmlns:a16="http://schemas.microsoft.com/office/drawing/2014/main" id="{3FAF40E9-DDC5-40AA-9EAB-6C95553070BB}"/>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AC0356E0-8059-4B9A-B582-4B3F0CB61985}"/>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3129300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9F27657-7F53-4CC5-A692-6EF1CE87F63A}"/>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558FFD35-CBD8-4312-9ED9-986FEEF12FFA}"/>
              </a:ext>
            </a:extLst>
          </p:cNvPr>
          <p:cNvSpPr>
            <a:spLocks noGrp="1"/>
          </p:cNvSpPr>
          <p:nvPr>
            <p:ph type="dt" sz="half" idx="10"/>
          </p:nvPr>
        </p:nvSpPr>
        <p:spPr/>
        <p:txBody>
          <a:bodyPr/>
          <a:lstStyle/>
          <a:p>
            <a:fld id="{5D6A0552-59A8-4316-96BC-911E78AD02A6}" type="datetimeFigureOut">
              <a:rPr kumimoji="1" lang="ja-JP" altLang="en-US" smtClean="0"/>
              <a:t>2026/10/23</a:t>
            </a:fld>
            <a:endParaRPr kumimoji="1" lang="ja-JP" altLang="en-US"/>
          </a:p>
        </p:txBody>
      </p:sp>
      <p:sp>
        <p:nvSpPr>
          <p:cNvPr id="4" name="フッター プレースホルダー 3">
            <a:extLst>
              <a:ext uri="{FF2B5EF4-FFF2-40B4-BE49-F238E27FC236}">
                <a16:creationId xmlns:a16="http://schemas.microsoft.com/office/drawing/2014/main" id="{1680F7CC-347C-4E11-89D3-4F2D2724C410}"/>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E28E02D-F57C-43EB-95F7-DEB718121C6D}"/>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28051549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6982396-B515-476B-AC84-0E67DCEEB4DF}"/>
              </a:ext>
            </a:extLst>
          </p:cNvPr>
          <p:cNvSpPr>
            <a:spLocks noGrp="1"/>
          </p:cNvSpPr>
          <p:nvPr>
            <p:ph type="dt" sz="half" idx="10"/>
          </p:nvPr>
        </p:nvSpPr>
        <p:spPr/>
        <p:txBody>
          <a:bodyPr/>
          <a:lstStyle/>
          <a:p>
            <a:fld id="{5D6A0552-59A8-4316-96BC-911E78AD02A6}" type="datetimeFigureOut">
              <a:rPr kumimoji="1" lang="ja-JP" altLang="en-US" smtClean="0"/>
              <a:t>2026/10/23</a:t>
            </a:fld>
            <a:endParaRPr kumimoji="1" lang="ja-JP" altLang="en-US"/>
          </a:p>
        </p:txBody>
      </p:sp>
      <p:sp>
        <p:nvSpPr>
          <p:cNvPr id="3" name="フッター プレースホルダー 2">
            <a:extLst>
              <a:ext uri="{FF2B5EF4-FFF2-40B4-BE49-F238E27FC236}">
                <a16:creationId xmlns:a16="http://schemas.microsoft.com/office/drawing/2014/main" id="{D89FD897-300A-401E-89A7-CBA492D48EE3}"/>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A709FE4E-C831-4716-908A-E17912720ED9}"/>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1311600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BDCE8D2-0AA9-406B-B249-951DFECEF0E0}"/>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9F4BF5B-DFB7-4054-9A1F-EE278077CF4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FA91C1A1-DCAA-4B1C-8988-CFA673A5D9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2CCC5D80-A89D-49EB-8FD7-E9DA62EE31F9}"/>
              </a:ext>
            </a:extLst>
          </p:cNvPr>
          <p:cNvSpPr>
            <a:spLocks noGrp="1"/>
          </p:cNvSpPr>
          <p:nvPr>
            <p:ph type="dt" sz="half" idx="10"/>
          </p:nvPr>
        </p:nvSpPr>
        <p:spPr/>
        <p:txBody>
          <a:bodyPr/>
          <a:lstStyle/>
          <a:p>
            <a:fld id="{5D6A0552-59A8-4316-96BC-911E78AD02A6}" type="datetimeFigureOut">
              <a:rPr kumimoji="1" lang="ja-JP" altLang="en-US" smtClean="0"/>
              <a:t>2026/10/23</a:t>
            </a:fld>
            <a:endParaRPr kumimoji="1" lang="ja-JP" altLang="en-US"/>
          </a:p>
        </p:txBody>
      </p:sp>
      <p:sp>
        <p:nvSpPr>
          <p:cNvPr id="6" name="フッター プレースホルダー 5">
            <a:extLst>
              <a:ext uri="{FF2B5EF4-FFF2-40B4-BE49-F238E27FC236}">
                <a16:creationId xmlns:a16="http://schemas.microsoft.com/office/drawing/2014/main" id="{5A795659-FE92-457D-8815-32FB88FA8B61}"/>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9941DCE-7A63-4F5B-BCF1-B7BCD5EDA2D5}"/>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7666208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0648952-FBE5-433E-892C-FCFE78DD8B5E}"/>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58487372-2F1D-49E2-881E-E63BAC5F05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AE9982C3-7612-478C-9795-8434917FA2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4B75229-49C3-49DA-A6FA-2D8C419682F1}"/>
              </a:ext>
            </a:extLst>
          </p:cNvPr>
          <p:cNvSpPr>
            <a:spLocks noGrp="1"/>
          </p:cNvSpPr>
          <p:nvPr>
            <p:ph type="dt" sz="half" idx="10"/>
          </p:nvPr>
        </p:nvSpPr>
        <p:spPr/>
        <p:txBody>
          <a:bodyPr/>
          <a:lstStyle/>
          <a:p>
            <a:fld id="{5D6A0552-59A8-4316-96BC-911E78AD02A6}" type="datetimeFigureOut">
              <a:rPr kumimoji="1" lang="ja-JP" altLang="en-US" smtClean="0"/>
              <a:t>2026/10/23</a:t>
            </a:fld>
            <a:endParaRPr kumimoji="1" lang="ja-JP" altLang="en-US"/>
          </a:p>
        </p:txBody>
      </p:sp>
      <p:sp>
        <p:nvSpPr>
          <p:cNvPr id="6" name="フッター プレースホルダー 5">
            <a:extLst>
              <a:ext uri="{FF2B5EF4-FFF2-40B4-BE49-F238E27FC236}">
                <a16:creationId xmlns:a16="http://schemas.microsoft.com/office/drawing/2014/main" id="{EC8F4024-F59E-4B90-840D-41D0E773185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41589F1-A6C1-473D-BB65-907312A8709C}"/>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29912951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745CBC7-915A-4807-B2A2-F016CA51EAA0}"/>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C9F668C2-E0C2-496F-A890-7A891809DCE5}"/>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ED3FD77-A0C9-4876-AEF2-6F76D000DD37}"/>
              </a:ext>
            </a:extLst>
          </p:cNvPr>
          <p:cNvSpPr>
            <a:spLocks noGrp="1"/>
          </p:cNvSpPr>
          <p:nvPr>
            <p:ph type="dt" sz="half" idx="10"/>
          </p:nvPr>
        </p:nvSpPr>
        <p:spPr/>
        <p:txBody>
          <a:bodyPr/>
          <a:lstStyle/>
          <a:p>
            <a:fld id="{5D6A0552-59A8-4316-96BC-911E78AD02A6}" type="datetimeFigureOut">
              <a:rPr kumimoji="1" lang="ja-JP" altLang="en-US" smtClean="0"/>
              <a:t>2026/10/23</a:t>
            </a:fld>
            <a:endParaRPr kumimoji="1" lang="ja-JP" altLang="en-US"/>
          </a:p>
        </p:txBody>
      </p:sp>
      <p:sp>
        <p:nvSpPr>
          <p:cNvPr id="5" name="フッター プレースホルダー 4">
            <a:extLst>
              <a:ext uri="{FF2B5EF4-FFF2-40B4-BE49-F238E27FC236}">
                <a16:creationId xmlns:a16="http://schemas.microsoft.com/office/drawing/2014/main" id="{BDB1F457-014F-493C-AD01-5D1F3FDF949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F5AB4BD-9A50-4124-8101-BAF144CDE57D}"/>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36878966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4032FE00-3985-4E06-8B20-747C3873394B}"/>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CC50C4F4-DFCB-445F-9A53-440BF71597E5}"/>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08EE0B1-6889-4B9B-A757-E15523E57F34}"/>
              </a:ext>
            </a:extLst>
          </p:cNvPr>
          <p:cNvSpPr>
            <a:spLocks noGrp="1"/>
          </p:cNvSpPr>
          <p:nvPr>
            <p:ph type="dt" sz="half" idx="10"/>
          </p:nvPr>
        </p:nvSpPr>
        <p:spPr/>
        <p:txBody>
          <a:bodyPr/>
          <a:lstStyle/>
          <a:p>
            <a:fld id="{5D6A0552-59A8-4316-96BC-911E78AD02A6}" type="datetimeFigureOut">
              <a:rPr kumimoji="1" lang="ja-JP" altLang="en-US" smtClean="0"/>
              <a:t>2026/10/23</a:t>
            </a:fld>
            <a:endParaRPr kumimoji="1" lang="ja-JP" altLang="en-US"/>
          </a:p>
        </p:txBody>
      </p:sp>
      <p:sp>
        <p:nvSpPr>
          <p:cNvPr id="5" name="フッター プレースホルダー 4">
            <a:extLst>
              <a:ext uri="{FF2B5EF4-FFF2-40B4-BE49-F238E27FC236}">
                <a16:creationId xmlns:a16="http://schemas.microsoft.com/office/drawing/2014/main" id="{BE88FD8F-8065-4EB7-BDAD-CDCD1BC09AE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B7B711D-6ABA-41D4-A969-413B391F66E6}"/>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22934158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DFB43D07-DFC5-45F0-A170-8A58F022EC3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F72565A-7377-446E-AF16-28B55C5B743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2F6A5A4-02D8-4B3E-BFEF-13352CDB1C1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D6A0552-59A8-4316-96BC-911E78AD02A6}" type="datetimeFigureOut">
              <a:rPr kumimoji="1" lang="ja-JP" altLang="en-US" smtClean="0"/>
              <a:t>2026/10/23</a:t>
            </a:fld>
            <a:endParaRPr kumimoji="1" lang="ja-JP" altLang="en-US"/>
          </a:p>
        </p:txBody>
      </p:sp>
      <p:sp>
        <p:nvSpPr>
          <p:cNvPr id="5" name="フッター プレースホルダー 4">
            <a:extLst>
              <a:ext uri="{FF2B5EF4-FFF2-40B4-BE49-F238E27FC236}">
                <a16:creationId xmlns:a16="http://schemas.microsoft.com/office/drawing/2014/main" id="{7D946F7D-F158-4391-A6DE-EEC1168527D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4314F629-8CD1-47CE-A585-972D0B9C04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1314677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9.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B1F4A"/>
        </a:solidFill>
        <a:effectLst/>
      </p:bgPr>
    </p:bg>
    <p:spTree>
      <p:nvGrpSpPr>
        <p:cNvPr id="1" name=""/>
        <p:cNvGrpSpPr/>
        <p:nvPr/>
      </p:nvGrpSpPr>
      <p:grpSpPr>
        <a:xfrm>
          <a:off x="0" y="0"/>
          <a:ext cx="0" cy="0"/>
          <a:chOff x="0" y="0"/>
          <a:chExt cx="0" cy="0"/>
        </a:xfrm>
      </p:grpSpPr>
      <p:pic>
        <p:nvPicPr>
          <p:cNvPr id="20" name="図 19">
            <a:extLst>
              <a:ext uri="{FF2B5EF4-FFF2-40B4-BE49-F238E27FC236}">
                <a16:creationId xmlns:a16="http://schemas.microsoft.com/office/drawing/2014/main" id="{C38740D2-79DD-450D-9441-B3B4ADD5EB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192" y="309264"/>
            <a:ext cx="7888748" cy="2644151"/>
          </a:xfrm>
          <a:prstGeom prst="rect">
            <a:avLst/>
          </a:prstGeom>
        </p:spPr>
      </p:pic>
      <p:sp>
        <p:nvSpPr>
          <p:cNvPr id="2" name="テキスト ボックス 1">
            <a:extLst>
              <a:ext uri="{FF2B5EF4-FFF2-40B4-BE49-F238E27FC236}">
                <a16:creationId xmlns:a16="http://schemas.microsoft.com/office/drawing/2014/main" id="{FFF32CF7-9628-4EBA-AACE-F7E4D8844C71}"/>
              </a:ext>
            </a:extLst>
          </p:cNvPr>
          <p:cNvSpPr txBox="1"/>
          <p:nvPr/>
        </p:nvSpPr>
        <p:spPr>
          <a:xfrm>
            <a:off x="812800" y="660400"/>
            <a:ext cx="10566400" cy="369332"/>
          </a:xfrm>
          <a:prstGeom prst="rect">
            <a:avLst/>
          </a:prstGeom>
          <a:noFill/>
        </p:spPr>
        <p:txBody>
          <a:bodyPr vert="horz" wrap="square" lIns="0" tIns="0" rIns="0" bIns="0" rtlCol="0" anchor="t">
            <a:noAutofit/>
          </a:bodyPr>
          <a:lstStyle/>
          <a:p>
            <a:pPr>
              <a:spcAft>
                <a:spcPts val="400"/>
              </a:spcAft>
            </a:pPr>
            <a:r>
              <a:rPr kumimoji="1" lang="zh-TW" altLang="en-US" sz="1600" b="1">
                <a:solidFill>
                  <a:srgbClr val="F7B6D2"/>
                </a:solidFill>
                <a:latin typeface="BIZ UDPゴシック" panose="020B0400000000000000" pitchFamily="50" charset="-128"/>
                <a:ea typeface="BIZ UDPゴシック" panose="020B0400000000000000" pitchFamily="50" charset="-128"/>
              </a:rPr>
              <a:t>情報処理科</a:t>
            </a:r>
            <a:r>
              <a:rPr kumimoji="1" lang="en-US" altLang="zh-TW" sz="1600" b="1">
                <a:solidFill>
                  <a:srgbClr val="F7B6D2"/>
                </a:solidFill>
                <a:latin typeface="BIZ UDPゴシック" panose="020B0400000000000000" pitchFamily="50" charset="-128"/>
                <a:ea typeface="BIZ UDPゴシック" panose="020B0400000000000000" pitchFamily="50" charset="-128"/>
              </a:rPr>
              <a:t>2</a:t>
            </a:r>
            <a:r>
              <a:rPr kumimoji="1" lang="zh-TW" altLang="en-US" sz="1600" b="1">
                <a:solidFill>
                  <a:srgbClr val="F7B6D2"/>
                </a:solidFill>
                <a:latin typeface="BIZ UDPゴシック" panose="020B0400000000000000" pitchFamily="50" charset="-128"/>
                <a:ea typeface="BIZ UDPゴシック" panose="020B0400000000000000" pitchFamily="50" charset="-128"/>
              </a:rPr>
              <a:t>年 </a:t>
            </a:r>
            <a:r>
              <a:rPr kumimoji="1" lang="en-US" altLang="zh-TW" sz="1600" b="1">
                <a:solidFill>
                  <a:srgbClr val="F7B6D2"/>
                </a:solidFill>
                <a:latin typeface="BIZ UDPゴシック" panose="020B0400000000000000" pitchFamily="50" charset="-128"/>
                <a:ea typeface="BIZ UDPゴシック" panose="020B0400000000000000" pitchFamily="50" charset="-128"/>
              </a:rPr>
              <a:t>3</a:t>
            </a:r>
            <a:r>
              <a:rPr kumimoji="1" lang="zh-TW" altLang="en-US" sz="1600" b="1">
                <a:solidFill>
                  <a:srgbClr val="F7B6D2"/>
                </a:solidFill>
                <a:latin typeface="BIZ UDPゴシック" panose="020B0400000000000000" pitchFamily="50" charset="-128"/>
                <a:ea typeface="BIZ UDPゴシック" panose="020B0400000000000000" pitchFamily="50" charset="-128"/>
              </a:rPr>
              <a:t>班</a:t>
            </a:r>
            <a:endParaRPr kumimoji="1" lang="ja-JP" altLang="en-US" sz="1600" b="1">
              <a:solidFill>
                <a:srgbClr val="F7B6D2"/>
              </a:solidFill>
              <a:latin typeface="BIZ UDPゴシック" panose="020B0400000000000000" pitchFamily="50" charset="-128"/>
              <a:ea typeface="BIZ UDPゴシック" panose="020B0400000000000000" pitchFamily="50" charset="-128"/>
            </a:endParaRPr>
          </a:p>
        </p:txBody>
      </p:sp>
      <p:sp>
        <p:nvSpPr>
          <p:cNvPr id="4" name="テキスト ボックス 3">
            <a:extLst>
              <a:ext uri="{FF2B5EF4-FFF2-40B4-BE49-F238E27FC236}">
                <a16:creationId xmlns:a16="http://schemas.microsoft.com/office/drawing/2014/main" id="{9BD1CD20-F88F-4DC2-B140-9E6A6A14348C}"/>
              </a:ext>
            </a:extLst>
          </p:cNvPr>
          <p:cNvSpPr txBox="1"/>
          <p:nvPr/>
        </p:nvSpPr>
        <p:spPr>
          <a:xfrm>
            <a:off x="812800" y="2353787"/>
            <a:ext cx="7888748" cy="381000"/>
          </a:xfrm>
          <a:prstGeom prst="rect">
            <a:avLst/>
          </a:prstGeom>
          <a:noFill/>
        </p:spPr>
        <p:txBody>
          <a:bodyPr vert="horz" wrap="square" lIns="0" tIns="0" rIns="0" bIns="0" rtlCol="0" anchor="t">
            <a:noAutofit/>
          </a:bodyPr>
          <a:lstStyle/>
          <a:p>
            <a:pPr>
              <a:spcAft>
                <a:spcPts val="400"/>
              </a:spcAft>
            </a:pPr>
            <a:r>
              <a:rPr kumimoji="1" lang="ja-JP" altLang="en-US" sz="2000" dirty="0">
                <a:solidFill>
                  <a:srgbClr val="FFFFFF"/>
                </a:solidFill>
                <a:latin typeface="BIZ UDPゴシック" panose="020B0400000000000000" pitchFamily="50" charset="-128"/>
                <a:ea typeface="BIZ UDPゴシック" panose="020B0400000000000000" pitchFamily="50" charset="-128"/>
              </a:rPr>
              <a:t>音楽に合わせて、落ちてくるウイルスをキーで叩くリズムゲーム</a:t>
            </a:r>
          </a:p>
        </p:txBody>
      </p:sp>
      <p:sp>
        <p:nvSpPr>
          <p:cNvPr id="5" name="四角形: 角を丸くする 4">
            <a:extLst>
              <a:ext uri="{FF2B5EF4-FFF2-40B4-BE49-F238E27FC236}">
                <a16:creationId xmlns:a16="http://schemas.microsoft.com/office/drawing/2014/main" id="{FF3D9226-1082-4D93-AD3F-B17DE10DD5DB}"/>
              </a:ext>
            </a:extLst>
          </p:cNvPr>
          <p:cNvSpPr/>
          <p:nvPr/>
        </p:nvSpPr>
        <p:spPr>
          <a:xfrm>
            <a:off x="812800" y="3429000"/>
            <a:ext cx="3352800" cy="1397000"/>
          </a:xfrm>
          <a:prstGeom prst="roundRect">
            <a:avLst>
              <a:gd name="adj" fmla="val 8000"/>
            </a:avLst>
          </a:prstGeom>
          <a:solidFill>
            <a:srgbClr val="3A2D5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楕円 5">
            <a:extLst>
              <a:ext uri="{FF2B5EF4-FFF2-40B4-BE49-F238E27FC236}">
                <a16:creationId xmlns:a16="http://schemas.microsoft.com/office/drawing/2014/main" id="{3F698BB6-4EFC-411B-9419-4DE4A465FE8E}"/>
              </a:ext>
            </a:extLst>
          </p:cNvPr>
          <p:cNvSpPr/>
          <p:nvPr/>
        </p:nvSpPr>
        <p:spPr>
          <a:xfrm>
            <a:off x="1041400" y="3810000"/>
            <a:ext cx="584200" cy="584200"/>
          </a:xfrm>
          <a:prstGeom prst="ellipse">
            <a:avLst/>
          </a:prstGeom>
          <a:solidFill>
            <a:srgbClr val="E2368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400"/>
              </a:spcAft>
            </a:pPr>
            <a:r>
              <a:rPr kumimoji="1" lang="ja-JP" altLang="en-US" sz="2200" b="1">
                <a:solidFill>
                  <a:srgbClr val="FFFFFF"/>
                </a:solidFill>
                <a:latin typeface="BIZ UDPゴシック" panose="020B0400000000000000" pitchFamily="50" charset="-128"/>
                <a:ea typeface="BIZ UDPゴシック" panose="020B0400000000000000" pitchFamily="50" charset="-128"/>
              </a:rPr>
              <a:t>松</a:t>
            </a:r>
          </a:p>
        </p:txBody>
      </p:sp>
      <p:sp>
        <p:nvSpPr>
          <p:cNvPr id="7" name="テキスト ボックス 6">
            <a:extLst>
              <a:ext uri="{FF2B5EF4-FFF2-40B4-BE49-F238E27FC236}">
                <a16:creationId xmlns:a16="http://schemas.microsoft.com/office/drawing/2014/main" id="{0F7D3655-D282-475E-AB5C-1119C853BEEF}"/>
              </a:ext>
            </a:extLst>
          </p:cNvPr>
          <p:cNvSpPr txBox="1"/>
          <p:nvPr/>
        </p:nvSpPr>
        <p:spPr>
          <a:xfrm>
            <a:off x="1778000" y="3657600"/>
            <a:ext cx="2286000" cy="369332"/>
          </a:xfrm>
          <a:prstGeom prst="rect">
            <a:avLst/>
          </a:prstGeom>
          <a:noFill/>
        </p:spPr>
        <p:txBody>
          <a:bodyPr vert="horz" wrap="square" lIns="0" tIns="0" rIns="0" bIns="0" rtlCol="0" anchor="t">
            <a:noAutofit/>
          </a:bodyPr>
          <a:lstStyle/>
          <a:p>
            <a:pPr>
              <a:spcAft>
                <a:spcPts val="400"/>
              </a:spcAft>
            </a:pPr>
            <a:r>
              <a:rPr kumimoji="1" lang="zh-TW" altLang="en-US" b="1">
                <a:solidFill>
                  <a:srgbClr val="FFFFFF"/>
                </a:solidFill>
                <a:latin typeface="BIZ UDPゴシック" panose="020B0400000000000000" pitchFamily="50" charset="-128"/>
                <a:ea typeface="BIZ UDPゴシック" panose="020B0400000000000000" pitchFamily="50" charset="-128"/>
              </a:rPr>
              <a:t>松井（班長）</a:t>
            </a:r>
            <a:endParaRPr kumimoji="1" lang="ja-JP" altLang="en-US" b="1">
              <a:solidFill>
                <a:srgbClr val="FFFFFF"/>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C66F7BAA-151F-4E8F-8DA9-45B4999A1CEC}"/>
              </a:ext>
            </a:extLst>
          </p:cNvPr>
          <p:cNvSpPr txBox="1"/>
          <p:nvPr/>
        </p:nvSpPr>
        <p:spPr>
          <a:xfrm>
            <a:off x="1778000" y="4038600"/>
            <a:ext cx="2286000" cy="369332"/>
          </a:xfrm>
          <a:prstGeom prst="rect">
            <a:avLst/>
          </a:prstGeom>
          <a:noFill/>
        </p:spPr>
        <p:txBody>
          <a:bodyPr vert="horz" wrap="square" lIns="0" tIns="0" rIns="0" bIns="0" rtlCol="0" anchor="t">
            <a:noAutofit/>
          </a:bodyPr>
          <a:lstStyle/>
          <a:p>
            <a:pPr>
              <a:spcAft>
                <a:spcPts val="400"/>
              </a:spcAft>
            </a:pPr>
            <a:r>
              <a:rPr kumimoji="1" lang="ja-JP" altLang="en-US" sz="1400">
                <a:solidFill>
                  <a:srgbClr val="D9CFF0"/>
                </a:solidFill>
                <a:latin typeface="BIZ UDPゴシック" panose="020B0400000000000000" pitchFamily="50" charset="-128"/>
                <a:ea typeface="BIZ UDPゴシック" panose="020B0400000000000000" pitchFamily="50" charset="-128"/>
              </a:rPr>
              <a:t>タイトル・セレクト画面</a:t>
            </a:r>
          </a:p>
          <a:p>
            <a:pPr>
              <a:spcAft>
                <a:spcPts val="400"/>
              </a:spcAft>
            </a:pPr>
            <a:r>
              <a:rPr kumimoji="1" lang="ja-JP" altLang="en-US" sz="1400">
                <a:solidFill>
                  <a:srgbClr val="D9CFF0"/>
                </a:solidFill>
                <a:latin typeface="BIZ UDPゴシック" panose="020B0400000000000000" pitchFamily="50" charset="-128"/>
                <a:ea typeface="BIZ UDPゴシック" panose="020B0400000000000000" pitchFamily="50" charset="-128"/>
              </a:rPr>
              <a:t>ランキング・キャラの絵</a:t>
            </a:r>
          </a:p>
        </p:txBody>
      </p:sp>
      <p:sp>
        <p:nvSpPr>
          <p:cNvPr id="9" name="四角形: 角を丸くする 8">
            <a:extLst>
              <a:ext uri="{FF2B5EF4-FFF2-40B4-BE49-F238E27FC236}">
                <a16:creationId xmlns:a16="http://schemas.microsoft.com/office/drawing/2014/main" id="{11EA4C66-C146-4977-86E1-46EE6734DBBA}"/>
              </a:ext>
            </a:extLst>
          </p:cNvPr>
          <p:cNvSpPr/>
          <p:nvPr/>
        </p:nvSpPr>
        <p:spPr>
          <a:xfrm>
            <a:off x="4419600" y="3429000"/>
            <a:ext cx="3352800" cy="1397000"/>
          </a:xfrm>
          <a:prstGeom prst="roundRect">
            <a:avLst>
              <a:gd name="adj" fmla="val 8000"/>
            </a:avLst>
          </a:prstGeom>
          <a:solidFill>
            <a:srgbClr val="3A2D5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09FC79B2-71A6-4C2B-98D4-C5A94C6BAD31}"/>
              </a:ext>
            </a:extLst>
          </p:cNvPr>
          <p:cNvSpPr txBox="1"/>
          <p:nvPr/>
        </p:nvSpPr>
        <p:spPr>
          <a:xfrm>
            <a:off x="5384800" y="3657600"/>
            <a:ext cx="2286000" cy="369332"/>
          </a:xfrm>
          <a:prstGeom prst="rect">
            <a:avLst/>
          </a:prstGeom>
          <a:noFill/>
        </p:spPr>
        <p:txBody>
          <a:bodyPr vert="horz" wrap="square" lIns="0" tIns="0" rIns="0" bIns="0" rtlCol="0" anchor="t">
            <a:noAutofit/>
          </a:bodyPr>
          <a:lstStyle/>
          <a:p>
            <a:pPr>
              <a:spcAft>
                <a:spcPts val="400"/>
              </a:spcAft>
            </a:pPr>
            <a:r>
              <a:rPr kumimoji="1" lang="ja-JP" altLang="en-US" b="1">
                <a:solidFill>
                  <a:srgbClr val="FFFFFF"/>
                </a:solidFill>
                <a:latin typeface="BIZ UDPゴシック" panose="020B0400000000000000" pitchFamily="50" charset="-128"/>
                <a:ea typeface="BIZ UDPゴシック" panose="020B0400000000000000" pitchFamily="50" charset="-128"/>
              </a:rPr>
              <a:t>岡野</a:t>
            </a:r>
          </a:p>
        </p:txBody>
      </p:sp>
      <p:sp>
        <p:nvSpPr>
          <p:cNvPr id="12" name="テキスト ボックス 11">
            <a:extLst>
              <a:ext uri="{FF2B5EF4-FFF2-40B4-BE49-F238E27FC236}">
                <a16:creationId xmlns:a16="http://schemas.microsoft.com/office/drawing/2014/main" id="{5AF5DDBD-B1EB-4451-86AD-99EDAF00EBE5}"/>
              </a:ext>
            </a:extLst>
          </p:cNvPr>
          <p:cNvSpPr txBox="1"/>
          <p:nvPr/>
        </p:nvSpPr>
        <p:spPr>
          <a:xfrm>
            <a:off x="5384800" y="4038600"/>
            <a:ext cx="2286000" cy="369332"/>
          </a:xfrm>
          <a:prstGeom prst="rect">
            <a:avLst/>
          </a:prstGeom>
          <a:noFill/>
        </p:spPr>
        <p:txBody>
          <a:bodyPr vert="horz" wrap="square" lIns="0" tIns="0" rIns="0" bIns="0" rtlCol="0" anchor="t">
            <a:noAutofit/>
          </a:bodyPr>
          <a:lstStyle/>
          <a:p>
            <a:pPr>
              <a:spcAft>
                <a:spcPts val="400"/>
              </a:spcAft>
            </a:pPr>
            <a:r>
              <a:rPr kumimoji="1" lang="ja-JP" altLang="en-US" sz="1400">
                <a:solidFill>
                  <a:srgbClr val="D9CFF0"/>
                </a:solidFill>
                <a:latin typeface="BIZ UDPゴシック" panose="020B0400000000000000" pitchFamily="50" charset="-128"/>
                <a:ea typeface="BIZ UDPゴシック" panose="020B0400000000000000" pitchFamily="50" charset="-128"/>
              </a:rPr>
              <a:t>リザルト画面（認定証）</a:t>
            </a:r>
          </a:p>
          <a:p>
            <a:pPr>
              <a:spcAft>
                <a:spcPts val="400"/>
              </a:spcAft>
            </a:pPr>
            <a:r>
              <a:rPr kumimoji="1" lang="ja-JP" altLang="en-US" sz="1400">
                <a:solidFill>
                  <a:srgbClr val="D9CFF0"/>
                </a:solidFill>
                <a:latin typeface="BIZ UDPゴシック" panose="020B0400000000000000" pitchFamily="50" charset="-128"/>
                <a:ea typeface="BIZ UDPゴシック" panose="020B0400000000000000" pitchFamily="50" charset="-128"/>
              </a:rPr>
              <a:t>豆知識・テスト仕様書</a:t>
            </a:r>
          </a:p>
        </p:txBody>
      </p:sp>
      <p:sp>
        <p:nvSpPr>
          <p:cNvPr id="13" name="四角形: 角を丸くする 12">
            <a:extLst>
              <a:ext uri="{FF2B5EF4-FFF2-40B4-BE49-F238E27FC236}">
                <a16:creationId xmlns:a16="http://schemas.microsoft.com/office/drawing/2014/main" id="{2B038DE9-846E-4147-A0FC-90024AD8AA44}"/>
              </a:ext>
            </a:extLst>
          </p:cNvPr>
          <p:cNvSpPr/>
          <p:nvPr/>
        </p:nvSpPr>
        <p:spPr>
          <a:xfrm>
            <a:off x="8026400" y="3429000"/>
            <a:ext cx="3352800" cy="1397000"/>
          </a:xfrm>
          <a:prstGeom prst="roundRect">
            <a:avLst>
              <a:gd name="adj" fmla="val 8000"/>
            </a:avLst>
          </a:prstGeom>
          <a:solidFill>
            <a:srgbClr val="3A2D5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7391AAF3-60B4-4734-B658-9E06659EF2C2}"/>
              </a:ext>
            </a:extLst>
          </p:cNvPr>
          <p:cNvSpPr txBox="1"/>
          <p:nvPr/>
        </p:nvSpPr>
        <p:spPr>
          <a:xfrm>
            <a:off x="8991600" y="3657600"/>
            <a:ext cx="2286000" cy="369332"/>
          </a:xfrm>
          <a:prstGeom prst="rect">
            <a:avLst/>
          </a:prstGeom>
          <a:noFill/>
        </p:spPr>
        <p:txBody>
          <a:bodyPr vert="horz" wrap="square" lIns="0" tIns="0" rIns="0" bIns="0" rtlCol="0" anchor="t">
            <a:noAutofit/>
          </a:bodyPr>
          <a:lstStyle/>
          <a:p>
            <a:pPr>
              <a:spcAft>
                <a:spcPts val="400"/>
              </a:spcAft>
            </a:pPr>
            <a:r>
              <a:rPr kumimoji="1" lang="ja-JP" altLang="en-US" b="1">
                <a:solidFill>
                  <a:srgbClr val="FFFFFF"/>
                </a:solidFill>
                <a:latin typeface="BIZ UDPゴシック" panose="020B0400000000000000" pitchFamily="50" charset="-128"/>
                <a:ea typeface="BIZ UDPゴシック" panose="020B0400000000000000" pitchFamily="50" charset="-128"/>
              </a:rPr>
              <a:t>中山</a:t>
            </a:r>
          </a:p>
        </p:txBody>
      </p:sp>
      <p:sp>
        <p:nvSpPr>
          <p:cNvPr id="16" name="テキスト ボックス 15">
            <a:extLst>
              <a:ext uri="{FF2B5EF4-FFF2-40B4-BE49-F238E27FC236}">
                <a16:creationId xmlns:a16="http://schemas.microsoft.com/office/drawing/2014/main" id="{2D2AF459-7995-45C3-9469-76D471493CAF}"/>
              </a:ext>
            </a:extLst>
          </p:cNvPr>
          <p:cNvSpPr txBox="1"/>
          <p:nvPr/>
        </p:nvSpPr>
        <p:spPr>
          <a:xfrm>
            <a:off x="8991600" y="4038600"/>
            <a:ext cx="2286000" cy="369332"/>
          </a:xfrm>
          <a:prstGeom prst="rect">
            <a:avLst/>
          </a:prstGeom>
          <a:noFill/>
        </p:spPr>
        <p:txBody>
          <a:bodyPr vert="horz" wrap="square" lIns="0" tIns="0" rIns="0" bIns="0" rtlCol="0" anchor="t">
            <a:noAutofit/>
          </a:bodyPr>
          <a:lstStyle/>
          <a:p>
            <a:pPr>
              <a:spcAft>
                <a:spcPts val="400"/>
              </a:spcAft>
            </a:pPr>
            <a:r>
              <a:rPr kumimoji="1" lang="ja-JP" altLang="en-US" sz="1400">
                <a:solidFill>
                  <a:srgbClr val="D9CFF0"/>
                </a:solidFill>
                <a:latin typeface="BIZ UDPゴシック" panose="020B0400000000000000" pitchFamily="50" charset="-128"/>
                <a:ea typeface="BIZ UDPゴシック" panose="020B0400000000000000" pitchFamily="50" charset="-128"/>
              </a:rPr>
              <a:t>プレイ画面・判定・スコア</a:t>
            </a:r>
          </a:p>
          <a:p>
            <a:pPr>
              <a:spcAft>
                <a:spcPts val="400"/>
              </a:spcAft>
            </a:pPr>
            <a:r>
              <a:rPr kumimoji="1" lang="en-US" altLang="ja-JP" sz="1400">
                <a:solidFill>
                  <a:srgbClr val="D9CFF0"/>
                </a:solidFill>
                <a:latin typeface="BIZ UDPゴシック" panose="020B0400000000000000" pitchFamily="50" charset="-128"/>
                <a:ea typeface="BIZ UDPゴシック" panose="020B0400000000000000" pitchFamily="50" charset="-128"/>
              </a:rPr>
              <a:t>6</a:t>
            </a:r>
            <a:r>
              <a:rPr kumimoji="1" lang="ja-JP" altLang="en-US" sz="1400">
                <a:solidFill>
                  <a:srgbClr val="D9CFF0"/>
                </a:solidFill>
                <a:latin typeface="BIZ UDPゴシック" panose="020B0400000000000000" pitchFamily="50" charset="-128"/>
                <a:ea typeface="BIZ UDPゴシック" panose="020B0400000000000000" pitchFamily="50" charset="-128"/>
              </a:rPr>
              <a:t>曲の譜面と音</a:t>
            </a:r>
          </a:p>
        </p:txBody>
      </p:sp>
      <p:sp>
        <p:nvSpPr>
          <p:cNvPr id="17" name="テキスト ボックス 16">
            <a:extLst>
              <a:ext uri="{FF2B5EF4-FFF2-40B4-BE49-F238E27FC236}">
                <a16:creationId xmlns:a16="http://schemas.microsoft.com/office/drawing/2014/main" id="{E3F868B1-7DDA-487A-9967-09D5D714021A}"/>
              </a:ext>
            </a:extLst>
          </p:cNvPr>
          <p:cNvSpPr txBox="1"/>
          <p:nvPr/>
        </p:nvSpPr>
        <p:spPr>
          <a:xfrm>
            <a:off x="812800" y="5334000"/>
            <a:ext cx="10566400" cy="369332"/>
          </a:xfrm>
          <a:prstGeom prst="rect">
            <a:avLst/>
          </a:prstGeom>
          <a:noFill/>
        </p:spPr>
        <p:txBody>
          <a:bodyPr vert="horz" wrap="square" lIns="0" tIns="0" rIns="0" bIns="0" rtlCol="0" anchor="t">
            <a:noAutofit/>
          </a:bodyPr>
          <a:lstStyle/>
          <a:p>
            <a:pPr>
              <a:spcAft>
                <a:spcPts val="400"/>
              </a:spcAft>
            </a:pPr>
            <a:r>
              <a:rPr kumimoji="1" lang="ja-JP" altLang="en-US" sz="1400" b="1">
                <a:solidFill>
                  <a:srgbClr val="F7B6D2"/>
                </a:solidFill>
                <a:latin typeface="BIZ UDPゴシック" panose="020B0400000000000000" pitchFamily="50" charset="-128"/>
                <a:ea typeface="BIZ UDPゴシック" panose="020B0400000000000000" pitchFamily="50" charset="-128"/>
              </a:rPr>
              <a:t>使った</a:t>
            </a:r>
            <a:r>
              <a:rPr kumimoji="1" lang="en-US" altLang="ja-JP" sz="1400" b="1">
                <a:solidFill>
                  <a:srgbClr val="F7B6D2"/>
                </a:solidFill>
                <a:latin typeface="BIZ UDPゴシック" panose="020B0400000000000000" pitchFamily="50" charset="-128"/>
                <a:ea typeface="BIZ UDPゴシック" panose="020B0400000000000000" pitchFamily="50" charset="-128"/>
              </a:rPr>
              <a:t>AI</a:t>
            </a:r>
            <a:r>
              <a:rPr kumimoji="1" lang="ja-JP" altLang="en-US" sz="1400" b="1">
                <a:solidFill>
                  <a:srgbClr val="F7B6D2"/>
                </a:solidFill>
                <a:latin typeface="BIZ UDPゴシック" panose="020B0400000000000000" pitchFamily="50" charset="-128"/>
                <a:ea typeface="BIZ UDPゴシック" panose="020B0400000000000000" pitchFamily="50" charset="-128"/>
              </a:rPr>
              <a:t>（</a:t>
            </a:r>
            <a:r>
              <a:rPr kumimoji="1" lang="en-US" altLang="ja-JP" sz="1400" b="1">
                <a:solidFill>
                  <a:srgbClr val="F7B6D2"/>
                </a:solidFill>
                <a:latin typeface="BIZ UDPゴシック" panose="020B0400000000000000" pitchFamily="50" charset="-128"/>
                <a:ea typeface="BIZ UDPゴシック" panose="020B0400000000000000" pitchFamily="50" charset="-128"/>
              </a:rPr>
              <a:t>3</a:t>
            </a:r>
            <a:r>
              <a:rPr kumimoji="1" lang="ja-JP" altLang="en-US" sz="1400" b="1">
                <a:solidFill>
                  <a:srgbClr val="F7B6D2"/>
                </a:solidFill>
                <a:latin typeface="BIZ UDPゴシック" panose="020B0400000000000000" pitchFamily="50" charset="-128"/>
                <a:ea typeface="BIZ UDPゴシック" panose="020B0400000000000000" pitchFamily="50" charset="-128"/>
              </a:rPr>
              <a:t>人全員）</a:t>
            </a:r>
          </a:p>
        </p:txBody>
      </p:sp>
      <p:sp>
        <p:nvSpPr>
          <p:cNvPr id="18" name="テキスト ボックス 17">
            <a:extLst>
              <a:ext uri="{FF2B5EF4-FFF2-40B4-BE49-F238E27FC236}">
                <a16:creationId xmlns:a16="http://schemas.microsoft.com/office/drawing/2014/main" id="{AB51A8E5-46FA-4766-8AE2-6976D1CC6EAA}"/>
              </a:ext>
            </a:extLst>
          </p:cNvPr>
          <p:cNvSpPr txBox="1"/>
          <p:nvPr/>
        </p:nvSpPr>
        <p:spPr>
          <a:xfrm>
            <a:off x="812800" y="5664200"/>
            <a:ext cx="10566400" cy="369332"/>
          </a:xfrm>
          <a:prstGeom prst="rect">
            <a:avLst/>
          </a:prstGeom>
          <a:noFill/>
        </p:spPr>
        <p:txBody>
          <a:bodyPr vert="horz" wrap="square" lIns="0" tIns="0" rIns="0" bIns="0" rtlCol="0" anchor="t">
            <a:noAutofit/>
          </a:bodyPr>
          <a:lstStyle/>
          <a:p>
            <a:pPr>
              <a:spcAft>
                <a:spcPts val="400"/>
              </a:spcAft>
            </a:pPr>
            <a:r>
              <a:rPr kumimoji="1" lang="en-US" altLang="ja-JP">
                <a:solidFill>
                  <a:srgbClr val="FFFFFF"/>
                </a:solidFill>
                <a:latin typeface="BIZ UDPゴシック" panose="020B0400000000000000" pitchFamily="50" charset="-128"/>
                <a:ea typeface="BIZ UDPゴシック" panose="020B0400000000000000" pitchFamily="50" charset="-128"/>
              </a:rPr>
              <a:t>Google Gemini </a:t>
            </a:r>
            <a:r>
              <a:rPr kumimoji="1" lang="ja-JP" altLang="en-US">
                <a:solidFill>
                  <a:srgbClr val="FFFFFF"/>
                </a:solidFill>
                <a:latin typeface="BIZ UDPゴシック" panose="020B0400000000000000" pitchFamily="50" charset="-128"/>
                <a:ea typeface="BIZ UDPゴシック" panose="020B0400000000000000" pitchFamily="50" charset="-128"/>
              </a:rPr>
              <a:t>／ </a:t>
            </a:r>
            <a:r>
              <a:rPr kumimoji="1" lang="en-US" altLang="ja-JP">
                <a:solidFill>
                  <a:srgbClr val="FFFFFF"/>
                </a:solidFill>
                <a:latin typeface="BIZ UDPゴシック" panose="020B0400000000000000" pitchFamily="50" charset="-128"/>
                <a:ea typeface="BIZ UDPゴシック" panose="020B0400000000000000" pitchFamily="50" charset="-128"/>
              </a:rPr>
              <a:t>Claude </a:t>
            </a:r>
            <a:r>
              <a:rPr kumimoji="1" lang="ja-JP" altLang="en-US">
                <a:solidFill>
                  <a:srgbClr val="FFFFFF"/>
                </a:solidFill>
                <a:latin typeface="BIZ UDPゴシック" panose="020B0400000000000000" pitchFamily="50" charset="-128"/>
                <a:ea typeface="BIZ UDPゴシック" panose="020B0400000000000000" pitchFamily="50" charset="-128"/>
              </a:rPr>
              <a:t>／ </a:t>
            </a:r>
            <a:r>
              <a:rPr kumimoji="1" lang="en-US" altLang="ja-JP">
                <a:solidFill>
                  <a:srgbClr val="FFFFFF"/>
                </a:solidFill>
                <a:latin typeface="BIZ UDPゴシック" panose="020B0400000000000000" pitchFamily="50" charset="-128"/>
                <a:ea typeface="BIZ UDPゴシック" panose="020B0400000000000000" pitchFamily="50" charset="-128"/>
              </a:rPr>
              <a:t>Claude Code </a:t>
            </a:r>
            <a:r>
              <a:rPr kumimoji="1" lang="ja-JP" altLang="en-US">
                <a:solidFill>
                  <a:srgbClr val="FFFFFF"/>
                </a:solidFill>
                <a:latin typeface="BIZ UDPゴシック" panose="020B0400000000000000" pitchFamily="50" charset="-128"/>
                <a:ea typeface="BIZ UDPゴシック" panose="020B0400000000000000" pitchFamily="50" charset="-128"/>
              </a:rPr>
              <a:t>／ </a:t>
            </a:r>
            <a:r>
              <a:rPr kumimoji="1" lang="en-US" altLang="ja-JP">
                <a:solidFill>
                  <a:srgbClr val="FFFFFF"/>
                </a:solidFill>
                <a:latin typeface="BIZ UDPゴシック" panose="020B0400000000000000" pitchFamily="50" charset="-128"/>
                <a:ea typeface="BIZ UDPゴシック" panose="020B0400000000000000" pitchFamily="50" charset="-128"/>
              </a:rPr>
              <a:t>ChatGPT</a:t>
            </a:r>
            <a:endParaRPr kumimoji="1" lang="ja-JP" altLang="en-US">
              <a:solidFill>
                <a:srgbClr val="FFFFFF"/>
              </a:solidFill>
              <a:latin typeface="BIZ UDPゴシック" panose="020B0400000000000000" pitchFamily="50" charset="-128"/>
              <a:ea typeface="BIZ UDPゴシック" panose="020B0400000000000000" pitchFamily="50" charset="-128"/>
            </a:endParaRPr>
          </a:p>
        </p:txBody>
      </p:sp>
      <p:pic>
        <p:nvPicPr>
          <p:cNvPr id="21" name="キャラ0" descr="ゲームのキャラクター">
            <a:extLst>
              <a:ext uri="{FF2B5EF4-FFF2-40B4-BE49-F238E27FC236}">
                <a16:creationId xmlns:a16="http://schemas.microsoft.com/office/drawing/2014/main" id="{FDE0A68C-1D3B-4BE9-B9C6-AF32B494D9BB}"/>
              </a:ext>
            </a:extLst>
          </p:cNvPr>
          <p:cNvPicPr>
            <a:picLocks noChangeAspect="1"/>
          </p:cNvPicPr>
          <p:nvPr/>
        </p:nvPicPr>
        <p:blipFill>
          <a:blip r:embed="rId4"/>
          <a:stretch>
            <a:fillRect/>
          </a:stretch>
        </p:blipFill>
        <p:spPr>
          <a:xfrm>
            <a:off x="876662" y="3667760"/>
            <a:ext cx="868680" cy="868680"/>
          </a:xfrm>
          <a:prstGeom prst="rect">
            <a:avLst/>
          </a:prstGeom>
        </p:spPr>
      </p:pic>
      <p:pic>
        <p:nvPicPr>
          <p:cNvPr id="22" name="キャラ1" descr="ゲームのキャラクター">
            <a:extLst>
              <a:ext uri="{FF2B5EF4-FFF2-40B4-BE49-F238E27FC236}">
                <a16:creationId xmlns:a16="http://schemas.microsoft.com/office/drawing/2014/main" id="{159BFA72-680C-436D-AECB-CCD5CCE69668}"/>
              </a:ext>
            </a:extLst>
          </p:cNvPr>
          <p:cNvPicPr>
            <a:picLocks noChangeAspect="1"/>
          </p:cNvPicPr>
          <p:nvPr/>
        </p:nvPicPr>
        <p:blipFill>
          <a:blip r:embed="rId5"/>
          <a:stretch>
            <a:fillRect/>
          </a:stretch>
        </p:blipFill>
        <p:spPr>
          <a:xfrm>
            <a:off x="8082192" y="3677382"/>
            <a:ext cx="868680" cy="920173"/>
          </a:xfrm>
          <a:prstGeom prst="rect">
            <a:avLst/>
          </a:prstGeom>
        </p:spPr>
      </p:pic>
      <p:pic>
        <p:nvPicPr>
          <p:cNvPr id="23" name="キャラ2" descr="ゲームのキャラクター">
            <a:extLst>
              <a:ext uri="{FF2B5EF4-FFF2-40B4-BE49-F238E27FC236}">
                <a16:creationId xmlns:a16="http://schemas.microsoft.com/office/drawing/2014/main" id="{3448302C-8DD5-4B5F-AC26-03FE02E694C0}"/>
              </a:ext>
            </a:extLst>
          </p:cNvPr>
          <p:cNvPicPr>
            <a:picLocks noChangeAspect="1"/>
          </p:cNvPicPr>
          <p:nvPr/>
        </p:nvPicPr>
        <p:blipFill>
          <a:blip r:embed="rId6"/>
          <a:stretch>
            <a:fillRect/>
          </a:stretch>
        </p:blipFill>
        <p:spPr>
          <a:xfrm>
            <a:off x="4549866" y="3775002"/>
            <a:ext cx="777240" cy="781758"/>
          </a:xfrm>
          <a:prstGeom prst="rect">
            <a:avLst/>
          </a:prstGeom>
        </p:spPr>
      </p:pic>
    </p:spTree>
    <p:extLst>
      <p:ext uri="{BB962C8B-B14F-4D97-AF65-F5344CB8AC3E}">
        <p14:creationId xmlns:p14="http://schemas.microsoft.com/office/powerpoint/2010/main" val="25440569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 name="四角形: 角を丸くする 23">
            <a:extLst>
              <a:ext uri="{FF2B5EF4-FFF2-40B4-BE49-F238E27FC236}">
                <a16:creationId xmlns:a16="http://schemas.microsoft.com/office/drawing/2014/main" id="{0FE303DE-4A27-46CE-A5B7-F25CF0591C5B}"/>
              </a:ext>
            </a:extLst>
          </p:cNvPr>
          <p:cNvSpPr/>
          <p:nvPr/>
        </p:nvSpPr>
        <p:spPr>
          <a:xfrm>
            <a:off x="7258051" y="2990812"/>
            <a:ext cx="4591050" cy="3359188"/>
          </a:xfrm>
          <a:prstGeom prst="roundRect">
            <a:avLst>
              <a:gd name="adj" fmla="val 8000"/>
            </a:avLst>
          </a:prstGeom>
          <a:solidFill>
            <a:srgbClr val="2B1F4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5" name="図 34">
            <a:extLst>
              <a:ext uri="{FF2B5EF4-FFF2-40B4-BE49-F238E27FC236}">
                <a16:creationId xmlns:a16="http://schemas.microsoft.com/office/drawing/2014/main" id="{A0E4D461-EE0D-46B4-89E9-D93303E0DC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0860" y="3262197"/>
            <a:ext cx="3905455" cy="1309031"/>
          </a:xfrm>
          <a:prstGeom prst="rect">
            <a:avLst/>
          </a:prstGeom>
        </p:spPr>
      </p:pic>
      <p:sp>
        <p:nvSpPr>
          <p:cNvPr id="2" name="テキスト ボックス 1">
            <a:extLst>
              <a:ext uri="{FF2B5EF4-FFF2-40B4-BE49-F238E27FC236}">
                <a16:creationId xmlns:a16="http://schemas.microsoft.com/office/drawing/2014/main" id="{47E95758-66E7-47B2-89E5-E8DDAA275611}"/>
              </a:ext>
            </a:extLst>
          </p:cNvPr>
          <p:cNvSpPr txBox="1"/>
          <p:nvPr/>
        </p:nvSpPr>
        <p:spPr>
          <a:xfrm>
            <a:off x="609600" y="381000"/>
            <a:ext cx="10972800" cy="369332"/>
          </a:xfrm>
          <a:prstGeom prst="rect">
            <a:avLst/>
          </a:prstGeom>
          <a:noFill/>
        </p:spPr>
        <p:txBody>
          <a:bodyPr vert="horz" wrap="square" lIns="0" tIns="0" rIns="0" bIns="0" rtlCol="0" anchor="ctr">
            <a:noAutofit/>
          </a:bodyPr>
          <a:lstStyle/>
          <a:p>
            <a:pPr>
              <a:spcAft>
                <a:spcPts val="400"/>
              </a:spcAft>
            </a:pPr>
            <a:r>
              <a:rPr kumimoji="1" lang="ja-JP" altLang="en-US" sz="3000" b="1">
                <a:solidFill>
                  <a:srgbClr val="2B1F4A"/>
                </a:solidFill>
                <a:latin typeface="BIZ UDPゴシック" panose="020B0400000000000000" pitchFamily="50" charset="-128"/>
                <a:ea typeface="BIZ UDPゴシック" panose="020B0400000000000000" pitchFamily="50" charset="-128"/>
              </a:rPr>
              <a:t>ターゲット・課題</a:t>
            </a:r>
          </a:p>
        </p:txBody>
      </p:sp>
      <p:sp>
        <p:nvSpPr>
          <p:cNvPr id="3" name="四角形: 角を丸くする 2">
            <a:extLst>
              <a:ext uri="{FF2B5EF4-FFF2-40B4-BE49-F238E27FC236}">
                <a16:creationId xmlns:a16="http://schemas.microsoft.com/office/drawing/2014/main" id="{20766B83-04F2-470A-A743-CE0D572B73B1}"/>
              </a:ext>
            </a:extLst>
          </p:cNvPr>
          <p:cNvSpPr/>
          <p:nvPr/>
        </p:nvSpPr>
        <p:spPr>
          <a:xfrm>
            <a:off x="683289" y="1219200"/>
            <a:ext cx="6241386" cy="5130800"/>
          </a:xfrm>
          <a:prstGeom prst="roundRect">
            <a:avLst>
              <a:gd name="adj" fmla="val 8000"/>
            </a:avLst>
          </a:prstGeom>
          <a:solidFill>
            <a:srgbClr val="F3EE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5" name="図 4">
            <a:extLst>
              <a:ext uri="{FF2B5EF4-FFF2-40B4-BE49-F238E27FC236}">
                <a16:creationId xmlns:a16="http://schemas.microsoft.com/office/drawing/2014/main" id="{5306A591-E482-4E4E-89D3-881EDBE44B3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1543" y="920504"/>
            <a:ext cx="4344543" cy="5792724"/>
          </a:xfrm>
          <a:prstGeom prst="rect">
            <a:avLst/>
          </a:prstGeom>
          <a:effectLst>
            <a:outerShdw blurRad="50800" dist="38100" algn="l" rotWithShape="0">
              <a:prstClr val="black">
                <a:alpha val="40000"/>
              </a:prstClr>
            </a:outerShdw>
          </a:effectLst>
        </p:spPr>
      </p:pic>
      <p:sp>
        <p:nvSpPr>
          <p:cNvPr id="6" name="テキスト ボックス 5">
            <a:extLst>
              <a:ext uri="{FF2B5EF4-FFF2-40B4-BE49-F238E27FC236}">
                <a16:creationId xmlns:a16="http://schemas.microsoft.com/office/drawing/2014/main" id="{83408D1C-5507-426F-B5CF-442D3B230E8C}"/>
              </a:ext>
            </a:extLst>
          </p:cNvPr>
          <p:cNvSpPr txBox="1"/>
          <p:nvPr/>
        </p:nvSpPr>
        <p:spPr>
          <a:xfrm>
            <a:off x="2940050" y="1572085"/>
            <a:ext cx="3556000" cy="369332"/>
          </a:xfrm>
          <a:prstGeom prst="rect">
            <a:avLst/>
          </a:prstGeom>
          <a:noFill/>
        </p:spPr>
        <p:txBody>
          <a:bodyPr vert="horz" wrap="square" lIns="0" tIns="0" rIns="0" bIns="0" rtlCol="0" anchor="t">
            <a:noAutofit/>
          </a:bodyPr>
          <a:lstStyle/>
          <a:p>
            <a:pPr>
              <a:spcAft>
                <a:spcPts val="400"/>
              </a:spcAft>
            </a:pPr>
            <a:r>
              <a:rPr kumimoji="1" lang="ja-JP" altLang="en-US" sz="1600" b="1" dirty="0">
                <a:solidFill>
                  <a:srgbClr val="E2368A"/>
                </a:solidFill>
                <a:latin typeface="BIZ UDPゴシック" panose="020B0400000000000000" pitchFamily="50" charset="-128"/>
                <a:ea typeface="BIZ UDPゴシック" panose="020B0400000000000000" pitchFamily="50" charset="-128"/>
              </a:rPr>
              <a:t>ペルソナ（ターゲットユーザー）</a:t>
            </a:r>
          </a:p>
        </p:txBody>
      </p:sp>
      <p:sp>
        <p:nvSpPr>
          <p:cNvPr id="7" name="テキスト ボックス 6">
            <a:extLst>
              <a:ext uri="{FF2B5EF4-FFF2-40B4-BE49-F238E27FC236}">
                <a16:creationId xmlns:a16="http://schemas.microsoft.com/office/drawing/2014/main" id="{1A5CDD5E-F823-4F19-A097-947746503B9C}"/>
              </a:ext>
            </a:extLst>
          </p:cNvPr>
          <p:cNvSpPr txBox="1"/>
          <p:nvPr/>
        </p:nvSpPr>
        <p:spPr>
          <a:xfrm>
            <a:off x="2940050" y="2144699"/>
            <a:ext cx="711200" cy="369332"/>
          </a:xfrm>
          <a:prstGeom prst="rect">
            <a:avLst/>
          </a:prstGeom>
          <a:noFill/>
        </p:spPr>
        <p:txBody>
          <a:bodyPr vert="horz" wrap="square" lIns="0" tIns="0" rIns="0" bIns="0" rtlCol="0" anchor="t">
            <a:noAutofit/>
          </a:bodyPr>
          <a:lstStyle/>
          <a:p>
            <a:pPr>
              <a:spcAft>
                <a:spcPts val="400"/>
              </a:spcAft>
            </a:pPr>
            <a:r>
              <a:rPr kumimoji="1" lang="ja-JP" altLang="en-US" sz="1400" b="1" dirty="0">
                <a:solidFill>
                  <a:srgbClr val="8A4FE0"/>
                </a:solidFill>
                <a:latin typeface="BIZ UDPゴシック" panose="020B0400000000000000" pitchFamily="50" charset="-128"/>
                <a:ea typeface="BIZ UDPゴシック" panose="020B0400000000000000" pitchFamily="50" charset="-128"/>
              </a:rPr>
              <a:t>名前</a:t>
            </a:r>
          </a:p>
        </p:txBody>
      </p:sp>
      <p:sp>
        <p:nvSpPr>
          <p:cNvPr id="8" name="テキスト ボックス 7">
            <a:extLst>
              <a:ext uri="{FF2B5EF4-FFF2-40B4-BE49-F238E27FC236}">
                <a16:creationId xmlns:a16="http://schemas.microsoft.com/office/drawing/2014/main" id="{B10B937C-ABFE-4F5A-B20B-EA9691035369}"/>
              </a:ext>
            </a:extLst>
          </p:cNvPr>
          <p:cNvSpPr txBox="1"/>
          <p:nvPr/>
        </p:nvSpPr>
        <p:spPr>
          <a:xfrm>
            <a:off x="3676650" y="2144699"/>
            <a:ext cx="3556000" cy="369332"/>
          </a:xfrm>
          <a:prstGeom prst="rect">
            <a:avLst/>
          </a:prstGeom>
          <a:noFill/>
        </p:spPr>
        <p:txBody>
          <a:bodyPr vert="horz" wrap="square" lIns="0" tIns="0" rIns="0" bIns="0" rtlCol="0" anchor="t">
            <a:noAutofit/>
          </a:bodyPr>
          <a:lstStyle/>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松田みゆ（女性・</a:t>
            </a:r>
            <a:r>
              <a:rPr kumimoji="1" lang="en-US" altLang="ja-JP" sz="1500" dirty="0">
                <a:solidFill>
                  <a:srgbClr val="2B1F4A"/>
                </a:solidFill>
                <a:latin typeface="BIZ UDPゴシック" panose="020B0400000000000000" pitchFamily="50" charset="-128"/>
                <a:ea typeface="BIZ UDPゴシック" panose="020B0400000000000000" pitchFamily="50" charset="-128"/>
              </a:rPr>
              <a:t>17</a:t>
            </a:r>
            <a:r>
              <a:rPr kumimoji="1" lang="ja-JP" altLang="en-US" sz="1500" dirty="0">
                <a:solidFill>
                  <a:srgbClr val="2B1F4A"/>
                </a:solidFill>
                <a:latin typeface="BIZ UDPゴシック" panose="020B0400000000000000" pitchFamily="50" charset="-128"/>
                <a:ea typeface="BIZ UDPゴシック" panose="020B0400000000000000" pitchFamily="50" charset="-128"/>
              </a:rPr>
              <a:t>歳）</a:t>
            </a:r>
          </a:p>
        </p:txBody>
      </p:sp>
      <p:sp>
        <p:nvSpPr>
          <p:cNvPr id="9" name="テキスト ボックス 8">
            <a:extLst>
              <a:ext uri="{FF2B5EF4-FFF2-40B4-BE49-F238E27FC236}">
                <a16:creationId xmlns:a16="http://schemas.microsoft.com/office/drawing/2014/main" id="{DAA1A2D9-4A07-48AA-A583-12E839376D9C}"/>
              </a:ext>
            </a:extLst>
          </p:cNvPr>
          <p:cNvSpPr txBox="1"/>
          <p:nvPr/>
        </p:nvSpPr>
        <p:spPr>
          <a:xfrm>
            <a:off x="2940050" y="2576499"/>
            <a:ext cx="711200" cy="369332"/>
          </a:xfrm>
          <a:prstGeom prst="rect">
            <a:avLst/>
          </a:prstGeom>
          <a:noFill/>
        </p:spPr>
        <p:txBody>
          <a:bodyPr vert="horz" wrap="square" lIns="0" tIns="0" rIns="0" bIns="0" rtlCol="0" anchor="t">
            <a:noAutofit/>
          </a:bodyPr>
          <a:lstStyle/>
          <a:p>
            <a:pPr>
              <a:spcAft>
                <a:spcPts val="400"/>
              </a:spcAft>
            </a:pPr>
            <a:r>
              <a:rPr kumimoji="1" lang="ja-JP" altLang="en-US" sz="1400" b="1">
                <a:solidFill>
                  <a:srgbClr val="8A4FE0"/>
                </a:solidFill>
                <a:latin typeface="BIZ UDPゴシック" panose="020B0400000000000000" pitchFamily="50" charset="-128"/>
                <a:ea typeface="BIZ UDPゴシック" panose="020B0400000000000000" pitchFamily="50" charset="-128"/>
              </a:rPr>
              <a:t>家族</a:t>
            </a:r>
          </a:p>
        </p:txBody>
      </p:sp>
      <p:sp>
        <p:nvSpPr>
          <p:cNvPr id="10" name="テキスト ボックス 9">
            <a:extLst>
              <a:ext uri="{FF2B5EF4-FFF2-40B4-BE49-F238E27FC236}">
                <a16:creationId xmlns:a16="http://schemas.microsoft.com/office/drawing/2014/main" id="{919A5C2D-6665-446F-B11A-90AF9892E81C}"/>
              </a:ext>
            </a:extLst>
          </p:cNvPr>
          <p:cNvSpPr txBox="1"/>
          <p:nvPr/>
        </p:nvSpPr>
        <p:spPr>
          <a:xfrm>
            <a:off x="3676650" y="2576499"/>
            <a:ext cx="2924175" cy="766776"/>
          </a:xfrm>
          <a:prstGeom prst="rect">
            <a:avLst/>
          </a:prstGeom>
          <a:noFill/>
        </p:spPr>
        <p:txBody>
          <a:bodyPr vert="horz" wrap="square" lIns="0" tIns="0" rIns="0" bIns="0" rtlCol="0" anchor="t">
            <a:noAutofit/>
          </a:bodyPr>
          <a:lstStyle/>
          <a:p>
            <a:pPr>
              <a:spcAft>
                <a:spcPts val="400"/>
              </a:spcAft>
            </a:pPr>
            <a:r>
              <a:rPr kumimoji="1" lang="en-US" altLang="ja-JP" sz="1500" dirty="0">
                <a:solidFill>
                  <a:srgbClr val="2B1F4A"/>
                </a:solidFill>
                <a:latin typeface="BIZ UDPゴシック" panose="020B0400000000000000" pitchFamily="50" charset="-128"/>
                <a:ea typeface="BIZ UDPゴシック" panose="020B0400000000000000" pitchFamily="50" charset="-128"/>
              </a:rPr>
              <a:t>4</a:t>
            </a:r>
            <a:r>
              <a:rPr kumimoji="1" lang="ja-JP" altLang="en-US" sz="1500" dirty="0">
                <a:solidFill>
                  <a:srgbClr val="2B1F4A"/>
                </a:solidFill>
                <a:latin typeface="BIZ UDPゴシック" panose="020B0400000000000000" pitchFamily="50" charset="-128"/>
                <a:ea typeface="BIZ UDPゴシック" panose="020B0400000000000000" pitchFamily="50" charset="-128"/>
              </a:rPr>
              <a:t>人家族（父・母・兄</a:t>
            </a:r>
            <a:r>
              <a:rPr kumimoji="1" lang="en-US" altLang="ja-JP" sz="1500" dirty="0">
                <a:solidFill>
                  <a:srgbClr val="2B1F4A"/>
                </a:solidFill>
                <a:latin typeface="BIZ UDPゴシック" panose="020B0400000000000000" pitchFamily="50" charset="-128"/>
                <a:ea typeface="BIZ UDPゴシック" panose="020B0400000000000000" pitchFamily="50" charset="-128"/>
              </a:rPr>
              <a:t>20</a:t>
            </a:r>
            <a:r>
              <a:rPr kumimoji="1" lang="ja-JP" altLang="en-US" sz="1500" dirty="0">
                <a:solidFill>
                  <a:srgbClr val="2B1F4A"/>
                </a:solidFill>
                <a:latin typeface="BIZ UDPゴシック" panose="020B0400000000000000" pitchFamily="50" charset="-128"/>
                <a:ea typeface="BIZ UDPゴシック" panose="020B0400000000000000" pitchFamily="50" charset="-128"/>
              </a:rPr>
              <a:t>歳）。</a:t>
            </a:r>
            <a:endParaRPr kumimoji="1" lang="en-US" altLang="ja-JP" sz="1500" dirty="0">
              <a:solidFill>
                <a:srgbClr val="2B1F4A"/>
              </a:solidFill>
              <a:latin typeface="BIZ UDPゴシック" panose="020B0400000000000000" pitchFamily="50" charset="-128"/>
              <a:ea typeface="BIZ UDPゴシック" panose="020B0400000000000000" pitchFamily="50" charset="-128"/>
            </a:endParaRPr>
          </a:p>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両親は</a:t>
            </a:r>
            <a:r>
              <a:rPr kumimoji="1" lang="en-US" altLang="ja-JP" sz="1500" dirty="0">
                <a:solidFill>
                  <a:srgbClr val="2B1F4A"/>
                </a:solidFill>
                <a:latin typeface="BIZ UDPゴシック" panose="020B0400000000000000" pitchFamily="50" charset="-128"/>
                <a:ea typeface="BIZ UDPゴシック" panose="020B0400000000000000" pitchFamily="50" charset="-128"/>
              </a:rPr>
              <a:t>IT</a:t>
            </a:r>
            <a:r>
              <a:rPr kumimoji="1" lang="ja-JP" altLang="en-US" sz="1500" dirty="0">
                <a:solidFill>
                  <a:srgbClr val="2B1F4A"/>
                </a:solidFill>
                <a:latin typeface="BIZ UDPゴシック" panose="020B0400000000000000" pitchFamily="50" charset="-128"/>
                <a:ea typeface="BIZ UDPゴシック" panose="020B0400000000000000" pitchFamily="50" charset="-128"/>
              </a:rPr>
              <a:t>系の仕事で、自分も</a:t>
            </a:r>
            <a:r>
              <a:rPr kumimoji="1" lang="en-US" altLang="ja-JP" sz="1500" dirty="0">
                <a:solidFill>
                  <a:srgbClr val="2B1F4A"/>
                </a:solidFill>
                <a:latin typeface="BIZ UDPゴシック" panose="020B0400000000000000" pitchFamily="50" charset="-128"/>
                <a:ea typeface="BIZ UDPゴシック" panose="020B0400000000000000" pitchFamily="50" charset="-128"/>
              </a:rPr>
              <a:t>IT</a:t>
            </a:r>
            <a:r>
              <a:rPr kumimoji="1" lang="ja-JP" altLang="en-US" sz="1500" dirty="0">
                <a:solidFill>
                  <a:srgbClr val="2B1F4A"/>
                </a:solidFill>
                <a:latin typeface="BIZ UDPゴシック" panose="020B0400000000000000" pitchFamily="50" charset="-128"/>
                <a:ea typeface="BIZ UDPゴシック" panose="020B0400000000000000" pitchFamily="50" charset="-128"/>
              </a:rPr>
              <a:t>に興味がある</a:t>
            </a:r>
          </a:p>
        </p:txBody>
      </p:sp>
      <p:sp>
        <p:nvSpPr>
          <p:cNvPr id="11" name="テキスト ボックス 10">
            <a:extLst>
              <a:ext uri="{FF2B5EF4-FFF2-40B4-BE49-F238E27FC236}">
                <a16:creationId xmlns:a16="http://schemas.microsoft.com/office/drawing/2014/main" id="{DB5723D9-57A4-40E1-B3FF-20DCED1DA5E4}"/>
              </a:ext>
            </a:extLst>
          </p:cNvPr>
          <p:cNvSpPr txBox="1"/>
          <p:nvPr/>
        </p:nvSpPr>
        <p:spPr>
          <a:xfrm>
            <a:off x="2940050" y="3581898"/>
            <a:ext cx="711200" cy="369332"/>
          </a:xfrm>
          <a:prstGeom prst="rect">
            <a:avLst/>
          </a:prstGeom>
          <a:noFill/>
        </p:spPr>
        <p:txBody>
          <a:bodyPr vert="horz" wrap="square" lIns="0" tIns="0" rIns="0" bIns="0" rtlCol="0" anchor="t">
            <a:noAutofit/>
          </a:bodyPr>
          <a:lstStyle/>
          <a:p>
            <a:pPr>
              <a:spcAft>
                <a:spcPts val="400"/>
              </a:spcAft>
            </a:pPr>
            <a:r>
              <a:rPr kumimoji="1" lang="ja-JP" altLang="en-US" sz="1400" b="1">
                <a:solidFill>
                  <a:srgbClr val="8A4FE0"/>
                </a:solidFill>
                <a:latin typeface="BIZ UDPゴシック" panose="020B0400000000000000" pitchFamily="50" charset="-128"/>
                <a:ea typeface="BIZ UDPゴシック" panose="020B0400000000000000" pitchFamily="50" charset="-128"/>
              </a:rPr>
              <a:t>住まい</a:t>
            </a:r>
          </a:p>
        </p:txBody>
      </p:sp>
      <p:sp>
        <p:nvSpPr>
          <p:cNvPr id="12" name="テキスト ボックス 11">
            <a:extLst>
              <a:ext uri="{FF2B5EF4-FFF2-40B4-BE49-F238E27FC236}">
                <a16:creationId xmlns:a16="http://schemas.microsoft.com/office/drawing/2014/main" id="{586BD67A-6E31-4B4A-A1BE-955802F79600}"/>
              </a:ext>
            </a:extLst>
          </p:cNvPr>
          <p:cNvSpPr txBox="1"/>
          <p:nvPr/>
        </p:nvSpPr>
        <p:spPr>
          <a:xfrm>
            <a:off x="3676650" y="3581898"/>
            <a:ext cx="3556000" cy="369332"/>
          </a:xfrm>
          <a:prstGeom prst="rect">
            <a:avLst/>
          </a:prstGeom>
          <a:noFill/>
        </p:spPr>
        <p:txBody>
          <a:bodyPr vert="horz" wrap="square" lIns="0" tIns="0" rIns="0" bIns="0" rtlCol="0" anchor="t">
            <a:noAutofit/>
          </a:bodyPr>
          <a:lstStyle/>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東京都</a:t>
            </a:r>
          </a:p>
        </p:txBody>
      </p:sp>
      <p:sp>
        <p:nvSpPr>
          <p:cNvPr id="13" name="テキスト ボックス 12">
            <a:extLst>
              <a:ext uri="{FF2B5EF4-FFF2-40B4-BE49-F238E27FC236}">
                <a16:creationId xmlns:a16="http://schemas.microsoft.com/office/drawing/2014/main" id="{29F63D3A-04D4-4117-9E96-5EB2C1D6B0ED}"/>
              </a:ext>
            </a:extLst>
          </p:cNvPr>
          <p:cNvSpPr txBox="1"/>
          <p:nvPr/>
        </p:nvSpPr>
        <p:spPr>
          <a:xfrm>
            <a:off x="2940050" y="4013698"/>
            <a:ext cx="711200" cy="369332"/>
          </a:xfrm>
          <a:prstGeom prst="rect">
            <a:avLst/>
          </a:prstGeom>
          <a:noFill/>
        </p:spPr>
        <p:txBody>
          <a:bodyPr vert="horz" wrap="square" lIns="0" tIns="0" rIns="0" bIns="0" rtlCol="0" anchor="t">
            <a:noAutofit/>
          </a:bodyPr>
          <a:lstStyle/>
          <a:p>
            <a:pPr>
              <a:spcAft>
                <a:spcPts val="400"/>
              </a:spcAft>
            </a:pPr>
            <a:r>
              <a:rPr kumimoji="1" lang="ja-JP" altLang="en-US" sz="1400" b="1" dirty="0">
                <a:solidFill>
                  <a:srgbClr val="8A4FE0"/>
                </a:solidFill>
                <a:latin typeface="BIZ UDPゴシック" panose="020B0400000000000000" pitchFamily="50" charset="-128"/>
                <a:ea typeface="BIZ UDPゴシック" panose="020B0400000000000000" pitchFamily="50" charset="-128"/>
              </a:rPr>
              <a:t>学校</a:t>
            </a:r>
          </a:p>
        </p:txBody>
      </p:sp>
      <p:sp>
        <p:nvSpPr>
          <p:cNvPr id="14" name="テキスト ボックス 13">
            <a:extLst>
              <a:ext uri="{FF2B5EF4-FFF2-40B4-BE49-F238E27FC236}">
                <a16:creationId xmlns:a16="http://schemas.microsoft.com/office/drawing/2014/main" id="{C6CB4E46-0A7C-42AB-9586-F6BB99DAB279}"/>
              </a:ext>
            </a:extLst>
          </p:cNvPr>
          <p:cNvSpPr txBox="1"/>
          <p:nvPr/>
        </p:nvSpPr>
        <p:spPr>
          <a:xfrm>
            <a:off x="3676650" y="4013698"/>
            <a:ext cx="3556000" cy="369332"/>
          </a:xfrm>
          <a:prstGeom prst="rect">
            <a:avLst/>
          </a:prstGeom>
          <a:noFill/>
        </p:spPr>
        <p:txBody>
          <a:bodyPr vert="horz" wrap="square" lIns="0" tIns="0" rIns="0" bIns="0" rtlCol="0" anchor="t">
            <a:noAutofit/>
          </a:bodyPr>
          <a:lstStyle/>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都立高校</a:t>
            </a:r>
            <a:r>
              <a:rPr kumimoji="1" lang="en-US" altLang="ja-JP" sz="1500" dirty="0">
                <a:solidFill>
                  <a:srgbClr val="2B1F4A"/>
                </a:solidFill>
                <a:latin typeface="BIZ UDPゴシック" panose="020B0400000000000000" pitchFamily="50" charset="-128"/>
                <a:ea typeface="BIZ UDPゴシック" panose="020B0400000000000000" pitchFamily="50" charset="-128"/>
              </a:rPr>
              <a:t>2</a:t>
            </a:r>
            <a:r>
              <a:rPr kumimoji="1" lang="ja-JP" altLang="en-US" sz="1500" dirty="0">
                <a:solidFill>
                  <a:srgbClr val="2B1F4A"/>
                </a:solidFill>
                <a:latin typeface="BIZ UDPゴシック" panose="020B0400000000000000" pitchFamily="50" charset="-128"/>
                <a:ea typeface="BIZ UDPゴシック" panose="020B0400000000000000" pitchFamily="50" charset="-128"/>
              </a:rPr>
              <a:t>年</a:t>
            </a:r>
            <a:endParaRPr kumimoji="1" lang="en-US" altLang="ja-JP" sz="1500" dirty="0">
              <a:solidFill>
                <a:srgbClr val="2B1F4A"/>
              </a:solidFill>
              <a:latin typeface="BIZ UDPゴシック" panose="020B0400000000000000" pitchFamily="50" charset="-128"/>
              <a:ea typeface="BIZ UDPゴシック" panose="020B0400000000000000" pitchFamily="50" charset="-128"/>
            </a:endParaRPr>
          </a:p>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ハンドボール部のマネージャー</a:t>
            </a:r>
          </a:p>
        </p:txBody>
      </p:sp>
      <p:sp>
        <p:nvSpPr>
          <p:cNvPr id="15" name="テキスト ボックス 14">
            <a:extLst>
              <a:ext uri="{FF2B5EF4-FFF2-40B4-BE49-F238E27FC236}">
                <a16:creationId xmlns:a16="http://schemas.microsoft.com/office/drawing/2014/main" id="{504E9FB3-E95A-4EE5-886A-2EF61AA515CD}"/>
              </a:ext>
            </a:extLst>
          </p:cNvPr>
          <p:cNvSpPr txBox="1"/>
          <p:nvPr/>
        </p:nvSpPr>
        <p:spPr>
          <a:xfrm>
            <a:off x="2940050" y="4699498"/>
            <a:ext cx="711200" cy="369332"/>
          </a:xfrm>
          <a:prstGeom prst="rect">
            <a:avLst/>
          </a:prstGeom>
          <a:noFill/>
        </p:spPr>
        <p:txBody>
          <a:bodyPr vert="horz" wrap="square" lIns="0" tIns="0" rIns="0" bIns="0" rtlCol="0" anchor="t">
            <a:noAutofit/>
          </a:bodyPr>
          <a:lstStyle/>
          <a:p>
            <a:pPr>
              <a:spcAft>
                <a:spcPts val="400"/>
              </a:spcAft>
            </a:pPr>
            <a:r>
              <a:rPr kumimoji="1" lang="ja-JP" altLang="en-US" sz="1400" b="1">
                <a:solidFill>
                  <a:srgbClr val="8A4FE0"/>
                </a:solidFill>
                <a:latin typeface="BIZ UDPゴシック" panose="020B0400000000000000" pitchFamily="50" charset="-128"/>
                <a:ea typeface="BIZ UDPゴシック" panose="020B0400000000000000" pitchFamily="50" charset="-128"/>
              </a:rPr>
              <a:t>好き</a:t>
            </a:r>
          </a:p>
        </p:txBody>
      </p:sp>
      <p:sp>
        <p:nvSpPr>
          <p:cNvPr id="16" name="テキスト ボックス 15">
            <a:extLst>
              <a:ext uri="{FF2B5EF4-FFF2-40B4-BE49-F238E27FC236}">
                <a16:creationId xmlns:a16="http://schemas.microsoft.com/office/drawing/2014/main" id="{546F6BA8-3EBE-4F54-A681-B00E6F02CE0B}"/>
              </a:ext>
            </a:extLst>
          </p:cNvPr>
          <p:cNvSpPr txBox="1"/>
          <p:nvPr/>
        </p:nvSpPr>
        <p:spPr>
          <a:xfrm>
            <a:off x="3676650" y="4699498"/>
            <a:ext cx="3556000" cy="369332"/>
          </a:xfrm>
          <a:prstGeom prst="rect">
            <a:avLst/>
          </a:prstGeom>
          <a:noFill/>
        </p:spPr>
        <p:txBody>
          <a:bodyPr vert="horz" wrap="square" lIns="0" tIns="0" rIns="0" bIns="0" rtlCol="0" anchor="t">
            <a:noAutofit/>
          </a:bodyPr>
          <a:lstStyle/>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メイクとかわいいものが大好き</a:t>
            </a:r>
            <a:endParaRPr kumimoji="1" lang="en-US" altLang="ja-JP" sz="1500" dirty="0">
              <a:solidFill>
                <a:srgbClr val="2B1F4A"/>
              </a:solidFill>
              <a:latin typeface="BIZ UDPゴシック" panose="020B0400000000000000" pitchFamily="50" charset="-128"/>
              <a:ea typeface="BIZ UDPゴシック" panose="020B0400000000000000" pitchFamily="50" charset="-128"/>
            </a:endParaRPr>
          </a:p>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見た目はギャル</a:t>
            </a:r>
          </a:p>
        </p:txBody>
      </p:sp>
      <p:sp>
        <p:nvSpPr>
          <p:cNvPr id="17" name="テキスト ボックス 16">
            <a:extLst>
              <a:ext uri="{FF2B5EF4-FFF2-40B4-BE49-F238E27FC236}">
                <a16:creationId xmlns:a16="http://schemas.microsoft.com/office/drawing/2014/main" id="{D47E4D8D-3F61-468B-B8F8-65FC23BE9175}"/>
              </a:ext>
            </a:extLst>
          </p:cNvPr>
          <p:cNvSpPr txBox="1"/>
          <p:nvPr/>
        </p:nvSpPr>
        <p:spPr>
          <a:xfrm>
            <a:off x="2940050" y="5385298"/>
            <a:ext cx="711200" cy="369332"/>
          </a:xfrm>
          <a:prstGeom prst="rect">
            <a:avLst/>
          </a:prstGeom>
          <a:noFill/>
        </p:spPr>
        <p:txBody>
          <a:bodyPr vert="horz" wrap="square" lIns="0" tIns="0" rIns="0" bIns="0" rtlCol="0" anchor="t">
            <a:noAutofit/>
          </a:bodyPr>
          <a:lstStyle/>
          <a:p>
            <a:pPr>
              <a:spcAft>
                <a:spcPts val="400"/>
              </a:spcAft>
            </a:pPr>
            <a:r>
              <a:rPr kumimoji="1" lang="ja-JP" altLang="en-US" sz="1400" b="1">
                <a:solidFill>
                  <a:srgbClr val="8A4FE0"/>
                </a:solidFill>
                <a:latin typeface="BIZ UDPゴシック" panose="020B0400000000000000" pitchFamily="50" charset="-128"/>
                <a:ea typeface="BIZ UDPゴシック" panose="020B0400000000000000" pitchFamily="50" charset="-128"/>
              </a:rPr>
              <a:t>悩み</a:t>
            </a:r>
          </a:p>
        </p:txBody>
      </p:sp>
      <p:sp>
        <p:nvSpPr>
          <p:cNvPr id="18" name="テキスト ボックス 17">
            <a:extLst>
              <a:ext uri="{FF2B5EF4-FFF2-40B4-BE49-F238E27FC236}">
                <a16:creationId xmlns:a16="http://schemas.microsoft.com/office/drawing/2014/main" id="{9027A65D-8A56-4A30-97B1-88A231473A0D}"/>
              </a:ext>
            </a:extLst>
          </p:cNvPr>
          <p:cNvSpPr txBox="1"/>
          <p:nvPr/>
        </p:nvSpPr>
        <p:spPr>
          <a:xfrm>
            <a:off x="3676650" y="5385298"/>
            <a:ext cx="3556000" cy="369332"/>
          </a:xfrm>
          <a:prstGeom prst="rect">
            <a:avLst/>
          </a:prstGeom>
          <a:noFill/>
        </p:spPr>
        <p:txBody>
          <a:bodyPr vert="horz" wrap="square" lIns="0" tIns="0" rIns="0" bIns="0" rtlCol="0" anchor="t">
            <a:noAutofit/>
          </a:bodyPr>
          <a:lstStyle/>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楽しいイベントに行きたいけれど、</a:t>
            </a:r>
            <a:endParaRPr kumimoji="1" lang="en-US" altLang="ja-JP" sz="1500" dirty="0">
              <a:solidFill>
                <a:srgbClr val="2B1F4A"/>
              </a:solidFill>
              <a:latin typeface="BIZ UDPゴシック" panose="020B0400000000000000" pitchFamily="50" charset="-128"/>
              <a:ea typeface="BIZ UDPゴシック" panose="020B0400000000000000" pitchFamily="50" charset="-128"/>
            </a:endParaRPr>
          </a:p>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お金がない</a:t>
            </a:r>
          </a:p>
        </p:txBody>
      </p:sp>
      <p:sp>
        <p:nvSpPr>
          <p:cNvPr id="19" name="四角形: 角を丸くする 18">
            <a:extLst>
              <a:ext uri="{FF2B5EF4-FFF2-40B4-BE49-F238E27FC236}">
                <a16:creationId xmlns:a16="http://schemas.microsoft.com/office/drawing/2014/main" id="{76C68752-FFC4-4836-AA81-5E0B0B891A3D}"/>
              </a:ext>
            </a:extLst>
          </p:cNvPr>
          <p:cNvSpPr/>
          <p:nvPr/>
        </p:nvSpPr>
        <p:spPr>
          <a:xfrm>
            <a:off x="7258051" y="1219200"/>
            <a:ext cx="4591050" cy="1294831"/>
          </a:xfrm>
          <a:prstGeom prst="roundRect">
            <a:avLst>
              <a:gd name="adj" fmla="val 8000"/>
            </a:avLst>
          </a:prstGeom>
          <a:solidFill>
            <a:srgbClr val="FBE3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B504170F-B157-445E-817F-578FD2FBD159}"/>
              </a:ext>
            </a:extLst>
          </p:cNvPr>
          <p:cNvSpPr txBox="1"/>
          <p:nvPr/>
        </p:nvSpPr>
        <p:spPr>
          <a:xfrm>
            <a:off x="7576615" y="1389465"/>
            <a:ext cx="2997200" cy="369332"/>
          </a:xfrm>
          <a:prstGeom prst="rect">
            <a:avLst/>
          </a:prstGeom>
          <a:noFill/>
        </p:spPr>
        <p:txBody>
          <a:bodyPr vert="horz" wrap="square" lIns="0" tIns="0" rIns="0" bIns="0" rtlCol="0" anchor="t">
            <a:noAutofit/>
          </a:bodyPr>
          <a:lstStyle/>
          <a:p>
            <a:pPr>
              <a:spcAft>
                <a:spcPts val="400"/>
              </a:spcAft>
            </a:pPr>
            <a:r>
              <a:rPr kumimoji="1" lang="ja-JP" altLang="en-US" sz="1500" b="1" dirty="0">
                <a:solidFill>
                  <a:srgbClr val="E2368A"/>
                </a:solidFill>
                <a:latin typeface="BIZ UDPゴシック" panose="020B0400000000000000" pitchFamily="50" charset="-128"/>
                <a:ea typeface="BIZ UDPゴシック" panose="020B0400000000000000" pitchFamily="50" charset="-128"/>
              </a:rPr>
              <a:t>課題</a:t>
            </a:r>
          </a:p>
        </p:txBody>
      </p:sp>
      <p:sp>
        <p:nvSpPr>
          <p:cNvPr id="21" name="テキスト ボックス 20">
            <a:extLst>
              <a:ext uri="{FF2B5EF4-FFF2-40B4-BE49-F238E27FC236}">
                <a16:creationId xmlns:a16="http://schemas.microsoft.com/office/drawing/2014/main" id="{66AF5EAC-E926-4CD8-928F-090A3EBF0DFD}"/>
              </a:ext>
            </a:extLst>
          </p:cNvPr>
          <p:cNvSpPr txBox="1"/>
          <p:nvPr/>
        </p:nvSpPr>
        <p:spPr>
          <a:xfrm>
            <a:off x="7560740" y="1695981"/>
            <a:ext cx="4272486" cy="360407"/>
          </a:xfrm>
          <a:prstGeom prst="rect">
            <a:avLst/>
          </a:prstGeom>
          <a:noFill/>
        </p:spPr>
        <p:txBody>
          <a:bodyPr vert="horz" wrap="square" lIns="0" tIns="0" rIns="0" bIns="0" rtlCol="0" anchor="t">
            <a:noAutofit/>
          </a:bodyPr>
          <a:lstStyle/>
          <a:p>
            <a:pPr>
              <a:spcAft>
                <a:spcPts val="400"/>
              </a:spcAft>
            </a:pPr>
            <a:r>
              <a:rPr kumimoji="1" lang="ja-JP" altLang="en-US" b="1" dirty="0">
                <a:solidFill>
                  <a:srgbClr val="2B1F4A"/>
                </a:solidFill>
                <a:latin typeface="BIZ UDPゴシック" panose="020B0400000000000000" pitchFamily="50" charset="-128"/>
                <a:ea typeface="BIZ UDPゴシック" panose="020B0400000000000000" pitchFamily="50" charset="-128"/>
              </a:rPr>
              <a:t>お金を使わずに、学園祭で楽しく遊びたい</a:t>
            </a:r>
          </a:p>
        </p:txBody>
      </p:sp>
      <p:sp>
        <p:nvSpPr>
          <p:cNvPr id="22" name="テキスト ボックス 21">
            <a:extLst>
              <a:ext uri="{FF2B5EF4-FFF2-40B4-BE49-F238E27FC236}">
                <a16:creationId xmlns:a16="http://schemas.microsoft.com/office/drawing/2014/main" id="{607E2F0F-9937-42AA-8B33-F48EFE6940A8}"/>
              </a:ext>
            </a:extLst>
          </p:cNvPr>
          <p:cNvSpPr txBox="1"/>
          <p:nvPr/>
        </p:nvSpPr>
        <p:spPr>
          <a:xfrm>
            <a:off x="7560740" y="2048864"/>
            <a:ext cx="3990975" cy="290499"/>
          </a:xfrm>
          <a:prstGeom prst="rect">
            <a:avLst/>
          </a:prstGeom>
          <a:noFill/>
        </p:spPr>
        <p:txBody>
          <a:bodyPr vert="horz" wrap="square" lIns="0" tIns="0" rIns="0" bIns="0" rtlCol="0" anchor="t">
            <a:noAutofit/>
          </a:bodyPr>
          <a:lstStyle/>
          <a:p>
            <a:pPr>
              <a:spcAft>
                <a:spcPts val="400"/>
              </a:spcAft>
            </a:pPr>
            <a:r>
              <a:rPr kumimoji="1" lang="ja-JP" altLang="en-US" sz="1300" dirty="0">
                <a:solidFill>
                  <a:srgbClr val="6B5B8C"/>
                </a:solidFill>
                <a:latin typeface="BIZ UDPゴシック" panose="020B0400000000000000" pitchFamily="50" charset="-128"/>
                <a:ea typeface="BIZ UDPゴシック" panose="020B0400000000000000" pitchFamily="50" charset="-128"/>
              </a:rPr>
              <a:t>高校生でも、無料で気軽に楽しめる展示が</a:t>
            </a:r>
            <a:r>
              <a:rPr lang="ja-JP" altLang="en-US" sz="1300" dirty="0">
                <a:solidFill>
                  <a:srgbClr val="6B5B8C"/>
                </a:solidFill>
                <a:latin typeface="BIZ UDPゴシック" panose="020B0400000000000000" pitchFamily="50" charset="-128"/>
                <a:ea typeface="BIZ UDPゴシック" panose="020B0400000000000000" pitchFamily="50" charset="-128"/>
              </a:rPr>
              <a:t>あると嬉しい</a:t>
            </a:r>
            <a:endParaRPr kumimoji="1" lang="ja-JP" altLang="en-US" sz="1300" dirty="0">
              <a:solidFill>
                <a:srgbClr val="6B5B8C"/>
              </a:solidFill>
              <a:latin typeface="BIZ UDPゴシック" panose="020B0400000000000000" pitchFamily="50" charset="-128"/>
              <a:ea typeface="BIZ UDPゴシック" panose="020B0400000000000000" pitchFamily="50" charset="-128"/>
            </a:endParaRPr>
          </a:p>
        </p:txBody>
      </p:sp>
      <p:sp>
        <p:nvSpPr>
          <p:cNvPr id="23" name="矢印: 下 22">
            <a:extLst>
              <a:ext uri="{FF2B5EF4-FFF2-40B4-BE49-F238E27FC236}">
                <a16:creationId xmlns:a16="http://schemas.microsoft.com/office/drawing/2014/main" id="{671A47FE-78AC-416B-96A4-D44A287BCC0B}"/>
              </a:ext>
            </a:extLst>
          </p:cNvPr>
          <p:cNvSpPr/>
          <p:nvPr/>
        </p:nvSpPr>
        <p:spPr>
          <a:xfrm>
            <a:off x="9274176" y="2602852"/>
            <a:ext cx="558800" cy="280000"/>
          </a:xfrm>
          <a:prstGeom prst="downArrow">
            <a:avLst/>
          </a:prstGeom>
          <a:solidFill>
            <a:srgbClr val="E2368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12040D5E-9049-4DF4-9273-955495A9113A}"/>
              </a:ext>
            </a:extLst>
          </p:cNvPr>
          <p:cNvSpPr txBox="1"/>
          <p:nvPr/>
        </p:nvSpPr>
        <p:spPr>
          <a:xfrm>
            <a:off x="7973348" y="3229434"/>
            <a:ext cx="3241675" cy="369332"/>
          </a:xfrm>
          <a:prstGeom prst="rect">
            <a:avLst/>
          </a:prstGeom>
          <a:noFill/>
        </p:spPr>
        <p:txBody>
          <a:bodyPr vert="horz" wrap="square" lIns="0" tIns="0" rIns="0" bIns="0" rtlCol="0" anchor="t">
            <a:noAutofit/>
          </a:bodyPr>
          <a:lstStyle/>
          <a:p>
            <a:pPr>
              <a:spcAft>
                <a:spcPts val="400"/>
              </a:spcAft>
            </a:pPr>
            <a:r>
              <a:rPr kumimoji="1" lang="ja-JP" altLang="en-US" sz="1400" b="1" dirty="0">
                <a:solidFill>
                  <a:srgbClr val="F7B6D2"/>
                </a:solidFill>
                <a:latin typeface="BIZ UDPゴシック" panose="020B0400000000000000" pitchFamily="50" charset="-128"/>
                <a:ea typeface="BIZ UDPゴシック" panose="020B0400000000000000" pitchFamily="50" charset="-128"/>
              </a:rPr>
              <a:t>そこで、みゆさんに合わせて作ったのが</a:t>
            </a:r>
          </a:p>
        </p:txBody>
      </p:sp>
      <p:sp>
        <p:nvSpPr>
          <p:cNvPr id="27" name="テキスト ボックス 26">
            <a:extLst>
              <a:ext uri="{FF2B5EF4-FFF2-40B4-BE49-F238E27FC236}">
                <a16:creationId xmlns:a16="http://schemas.microsoft.com/office/drawing/2014/main" id="{44839B05-28CB-4839-A678-9D7E871B0E6A}"/>
              </a:ext>
            </a:extLst>
          </p:cNvPr>
          <p:cNvSpPr txBox="1"/>
          <p:nvPr/>
        </p:nvSpPr>
        <p:spPr>
          <a:xfrm>
            <a:off x="8198383" y="4383030"/>
            <a:ext cx="2997200" cy="1685925"/>
          </a:xfrm>
          <a:prstGeom prst="rect">
            <a:avLst/>
          </a:prstGeom>
          <a:noFill/>
        </p:spPr>
        <p:txBody>
          <a:bodyPr vert="horz" wrap="square" lIns="0" tIns="0" rIns="0" bIns="0" rtlCol="0" anchor="t">
            <a:noAutofit/>
          </a:bodyPr>
          <a:lstStyle/>
          <a:p>
            <a:r>
              <a:rPr kumimoji="1" lang="ja-JP" altLang="en-US" sz="1600" b="1" dirty="0">
                <a:solidFill>
                  <a:srgbClr val="F7B6D2"/>
                </a:solidFill>
                <a:latin typeface="BIZ UDPゴシック" panose="020B0400000000000000" pitchFamily="50" charset="-128"/>
                <a:ea typeface="BIZ UDPゴシック" panose="020B0400000000000000" pitchFamily="50" charset="-128"/>
              </a:rPr>
              <a:t>① </a:t>
            </a:r>
            <a:r>
              <a:rPr kumimoji="1" lang="ja-JP" altLang="en-US" sz="1600" b="1" dirty="0">
                <a:solidFill>
                  <a:srgbClr val="FFFFFF"/>
                </a:solidFill>
                <a:latin typeface="BIZ UDPゴシック" panose="020B0400000000000000" pitchFamily="50" charset="-128"/>
                <a:ea typeface="BIZ UDPゴシック" panose="020B0400000000000000" pitchFamily="50" charset="-128"/>
              </a:rPr>
              <a:t>トップ3で友だちや家族と</a:t>
            </a:r>
          </a:p>
          <a:p>
            <a:pPr>
              <a:spcBef>
                <a:spcPts val="1400"/>
              </a:spcBef>
            </a:pPr>
            <a:r>
              <a:rPr kumimoji="1" lang="ja-JP" altLang="en-US" sz="1600" b="1" dirty="0">
                <a:solidFill>
                  <a:srgbClr val="F7B6D2"/>
                </a:solidFill>
                <a:latin typeface="BIZ UDPゴシック" panose="020B0400000000000000" pitchFamily="50" charset="-128"/>
                <a:ea typeface="BIZ UDPゴシック" panose="020B0400000000000000" pitchFamily="50" charset="-128"/>
              </a:rPr>
              <a:t>② </a:t>
            </a:r>
            <a:r>
              <a:rPr kumimoji="1" lang="ja-JP" altLang="en-US" sz="1600" b="1" dirty="0">
                <a:solidFill>
                  <a:srgbClr val="FFFFFF"/>
                </a:solidFill>
                <a:latin typeface="BIZ UDPゴシック" panose="020B0400000000000000" pitchFamily="50" charset="-128"/>
                <a:ea typeface="BIZ UDPゴシック" panose="020B0400000000000000" pitchFamily="50" charset="-128"/>
              </a:rPr>
              <a:t>本物のウイルス名と豆知識</a:t>
            </a:r>
          </a:p>
          <a:p>
            <a:pPr>
              <a:spcBef>
                <a:spcPts val="1400"/>
              </a:spcBef>
            </a:pPr>
            <a:r>
              <a:rPr kumimoji="1" lang="ja-JP" altLang="en-US" sz="1600" b="1" dirty="0">
                <a:solidFill>
                  <a:srgbClr val="F7B6D2"/>
                </a:solidFill>
                <a:latin typeface="BIZ UDPゴシック" panose="020B0400000000000000" pitchFamily="50" charset="-128"/>
                <a:ea typeface="BIZ UDPゴシック" panose="020B0400000000000000" pitchFamily="50" charset="-128"/>
              </a:rPr>
              <a:t>③ </a:t>
            </a:r>
            <a:r>
              <a:rPr kumimoji="1" lang="ja-JP" altLang="en-US" sz="1600" b="1" dirty="0">
                <a:solidFill>
                  <a:srgbClr val="FFFFFF"/>
                </a:solidFill>
                <a:latin typeface="BIZ UDPゴシック" panose="020B0400000000000000" pitchFamily="50" charset="-128"/>
                <a:ea typeface="BIZ UDPゴシック" panose="020B0400000000000000" pitchFamily="50" charset="-128"/>
              </a:rPr>
              <a:t>ゆめかわな見た目とキャラ</a:t>
            </a:r>
          </a:p>
          <a:p>
            <a:pPr>
              <a:spcBef>
                <a:spcPts val="1400"/>
              </a:spcBef>
            </a:pPr>
            <a:r>
              <a:rPr kumimoji="1" lang="ja-JP" altLang="en-US" sz="1600" b="1" dirty="0">
                <a:solidFill>
                  <a:srgbClr val="F7B6D2"/>
                </a:solidFill>
                <a:latin typeface="BIZ UDPゴシック" panose="020B0400000000000000" pitchFamily="50" charset="-128"/>
                <a:ea typeface="BIZ UDPゴシック" panose="020B0400000000000000" pitchFamily="50" charset="-128"/>
              </a:rPr>
              <a:t>④ </a:t>
            </a:r>
            <a:r>
              <a:rPr kumimoji="1" lang="ja-JP" altLang="en-US" sz="1600" b="1" dirty="0">
                <a:solidFill>
                  <a:srgbClr val="FFFFFF"/>
                </a:solidFill>
                <a:latin typeface="BIZ UDPゴシック" panose="020B0400000000000000" pitchFamily="50" charset="-128"/>
                <a:ea typeface="BIZ UDPゴシック" panose="020B0400000000000000" pitchFamily="50" charset="-128"/>
              </a:rPr>
              <a:t>無料・知ってる曲を1曲1分で</a:t>
            </a:r>
          </a:p>
        </p:txBody>
      </p:sp>
      <p:sp>
        <p:nvSpPr>
          <p:cNvPr id="31" name="対応番号 ③"/>
          <p:cNvSpPr txBox="1"/>
          <p:nvPr/>
        </p:nvSpPr>
        <p:spPr>
          <a:xfrm>
            <a:off x="2635250" y="4699498"/>
            <a:ext cx="304800" cy="369332"/>
          </a:xfrm>
          <a:prstGeom prst="rect">
            <a:avLst/>
          </a:prstGeom>
          <a:noFill/>
        </p:spPr>
        <p:txBody>
          <a:bodyPr vert="horz" wrap="square" lIns="0" tIns="0" rIns="0" bIns="0" rtlCol="0" anchor="t">
            <a:noAutofit/>
          </a:bodyPr>
          <a:lstStyle/>
          <a:p>
            <a:pPr>
              <a:spcAft>
                <a:spcPts val="400"/>
              </a:spcAft>
            </a:pPr>
            <a:r>
              <a:rPr kumimoji="1" lang="ja-JP" altLang="en-US" sz="1500" b="1">
                <a:solidFill>
                  <a:srgbClr val="E2368A"/>
                </a:solidFill>
                <a:latin typeface="BIZ UDPゴシック" panose="020B0400000000000000" pitchFamily="50" charset="-128"/>
                <a:ea typeface="BIZ UDPゴシック" panose="020B0400000000000000" pitchFamily="50" charset="-128"/>
              </a:rPr>
              <a:t>③</a:t>
            </a:r>
          </a:p>
        </p:txBody>
      </p:sp>
      <p:sp>
        <p:nvSpPr>
          <p:cNvPr id="32" name="対応番号 ①"/>
          <p:cNvSpPr txBox="1"/>
          <p:nvPr/>
        </p:nvSpPr>
        <p:spPr>
          <a:xfrm>
            <a:off x="2635250" y="2576499"/>
            <a:ext cx="304800" cy="369332"/>
          </a:xfrm>
          <a:prstGeom prst="rect">
            <a:avLst/>
          </a:prstGeom>
          <a:noFill/>
        </p:spPr>
        <p:txBody>
          <a:bodyPr vert="horz" wrap="square" lIns="0" tIns="0" rIns="0" bIns="0" rtlCol="0" anchor="t">
            <a:noAutofit/>
          </a:bodyPr>
          <a:lstStyle/>
          <a:p>
            <a:pPr>
              <a:spcAft>
                <a:spcPts val="400"/>
              </a:spcAft>
            </a:pPr>
            <a:r>
              <a:rPr kumimoji="1" lang="ja-JP" altLang="en-US" sz="1500" b="1">
                <a:solidFill>
                  <a:srgbClr val="E2368A"/>
                </a:solidFill>
                <a:latin typeface="BIZ UDPゴシック" panose="020B0400000000000000" pitchFamily="50" charset="-128"/>
                <a:ea typeface="BIZ UDPゴシック" panose="020B0400000000000000" pitchFamily="50" charset="-128"/>
              </a:rPr>
              <a:t>①</a:t>
            </a:r>
          </a:p>
        </p:txBody>
      </p:sp>
      <p:sp>
        <p:nvSpPr>
          <p:cNvPr id="33" name="対応番号 ②"/>
          <p:cNvSpPr txBox="1"/>
          <p:nvPr/>
        </p:nvSpPr>
        <p:spPr>
          <a:xfrm>
            <a:off x="2635250" y="2880000"/>
            <a:ext cx="304800" cy="369332"/>
          </a:xfrm>
          <a:prstGeom prst="rect">
            <a:avLst/>
          </a:prstGeom>
          <a:noFill/>
        </p:spPr>
        <p:txBody>
          <a:bodyPr vert="horz" wrap="square" lIns="0" tIns="0" rIns="0" bIns="0" rtlCol="0" anchor="t">
            <a:noAutofit/>
          </a:bodyPr>
          <a:lstStyle/>
          <a:p>
            <a:pPr>
              <a:spcAft>
                <a:spcPts val="400"/>
              </a:spcAft>
            </a:pPr>
            <a:r>
              <a:rPr kumimoji="1" lang="ja-JP" altLang="en-US" sz="1500" b="1">
                <a:solidFill>
                  <a:srgbClr val="E2368A"/>
                </a:solidFill>
                <a:latin typeface="BIZ UDPゴシック" panose="020B0400000000000000" pitchFamily="50" charset="-128"/>
                <a:ea typeface="BIZ UDPゴシック" panose="020B0400000000000000" pitchFamily="50" charset="-128"/>
              </a:rPr>
              <a:t>②</a:t>
            </a:r>
          </a:p>
        </p:txBody>
      </p:sp>
      <p:sp>
        <p:nvSpPr>
          <p:cNvPr id="34" name="対応番号 ④"/>
          <p:cNvSpPr txBox="1"/>
          <p:nvPr/>
        </p:nvSpPr>
        <p:spPr>
          <a:xfrm>
            <a:off x="2635250" y="5385298"/>
            <a:ext cx="304800" cy="369332"/>
          </a:xfrm>
          <a:prstGeom prst="rect">
            <a:avLst/>
          </a:prstGeom>
          <a:noFill/>
        </p:spPr>
        <p:txBody>
          <a:bodyPr vert="horz" wrap="square" lIns="0" tIns="0" rIns="0" bIns="0" rtlCol="0" anchor="t">
            <a:noAutofit/>
          </a:bodyPr>
          <a:lstStyle/>
          <a:p>
            <a:pPr>
              <a:spcAft>
                <a:spcPts val="400"/>
              </a:spcAft>
            </a:pPr>
            <a:r>
              <a:rPr kumimoji="1" lang="ja-JP" altLang="en-US" sz="1500" b="1">
                <a:solidFill>
                  <a:srgbClr val="E2368A"/>
                </a:solidFill>
                <a:latin typeface="BIZ UDPゴシック" panose="020B0400000000000000" pitchFamily="50" charset="-128"/>
                <a:ea typeface="BIZ UDPゴシック" panose="020B0400000000000000" pitchFamily="50" charset="-128"/>
              </a:rPr>
              <a:t>④</a:t>
            </a:r>
          </a:p>
        </p:txBody>
      </p:sp>
      <p:pic>
        <p:nvPicPr>
          <p:cNvPr id="36" name="図 35">
            <a:extLst>
              <a:ext uri="{FF2B5EF4-FFF2-40B4-BE49-F238E27FC236}">
                <a16:creationId xmlns:a16="http://schemas.microsoft.com/office/drawing/2014/main" id="{3BFB8B55-9F32-42FD-A1D8-76C570023F3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20787863">
            <a:off x="7165749" y="4979208"/>
            <a:ext cx="965454" cy="945642"/>
          </a:xfrm>
          <a:prstGeom prst="rect">
            <a:avLst/>
          </a:prstGeom>
        </p:spPr>
      </p:pic>
      <p:pic>
        <p:nvPicPr>
          <p:cNvPr id="38" name="図 37">
            <a:extLst>
              <a:ext uri="{FF2B5EF4-FFF2-40B4-BE49-F238E27FC236}">
                <a16:creationId xmlns:a16="http://schemas.microsoft.com/office/drawing/2014/main" id="{BB95103B-A5E5-4C76-8E9A-74687BCC5A7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663495">
            <a:off x="6404603" y="2783747"/>
            <a:ext cx="1217295" cy="1171575"/>
          </a:xfrm>
          <a:prstGeom prst="rect">
            <a:avLst/>
          </a:prstGeom>
        </p:spPr>
      </p:pic>
      <p:pic>
        <p:nvPicPr>
          <p:cNvPr id="40" name="図 39">
            <a:extLst>
              <a:ext uri="{FF2B5EF4-FFF2-40B4-BE49-F238E27FC236}">
                <a16:creationId xmlns:a16="http://schemas.microsoft.com/office/drawing/2014/main" id="{7581BA19-706F-4F41-8EEF-8D4956A17F8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757238">
            <a:off x="11085381" y="4759533"/>
            <a:ext cx="1293495" cy="1103948"/>
          </a:xfrm>
          <a:prstGeom prst="rect">
            <a:avLst/>
          </a:prstGeom>
        </p:spPr>
      </p:pic>
      <p:sp>
        <p:nvSpPr>
          <p:cNvPr id="41" name="キャラ名 ぷにぷにランサムちゃん"/>
          <p:cNvSpPr/>
          <p:nvPr/>
        </p:nvSpPr>
        <p:spPr>
          <a:xfrm rot="416521">
            <a:off x="5871412" y="3902490"/>
            <a:ext cx="1650000" cy="228600"/>
          </a:xfrm>
          <a:prstGeom prst="roundRect">
            <a:avLst>
              <a:gd name="adj" fmla="val 50000"/>
            </a:avLst>
          </a:prstGeom>
          <a:solidFill>
            <a:srgbClr val="FFFFFF"/>
          </a:solidFill>
          <a:ln w="19050">
            <a:solidFill>
              <a:srgbClr val="E2368A"/>
            </a:solidFill>
          </a:ln>
        </p:spPr>
        <p:txBody>
          <a:bodyPr wrap="none" lIns="45720" tIns="0" rIns="45720" bIns="0" rtlCol="0" anchor="ctr">
            <a:noAutofit/>
          </a:bodyPr>
          <a:lstStyle/>
          <a:p>
            <a:pPr algn="ctr"/>
            <a:r>
              <a:rPr kumimoji="1" lang="ja-JP" altLang="en-US" sz="1000" b="1" dirty="0">
                <a:solidFill>
                  <a:srgbClr val="E2368A"/>
                </a:solidFill>
                <a:latin typeface="BIZ UDPゴシック" panose="020B0400000000000000" pitchFamily="50" charset="-128"/>
                <a:ea typeface="BIZ UDPゴシック" panose="020B0400000000000000" pitchFamily="50" charset="-128"/>
              </a:rPr>
              <a:t>ぷにぷにランサムちゃん</a:t>
            </a:r>
          </a:p>
        </p:txBody>
      </p:sp>
      <p:sp>
        <p:nvSpPr>
          <p:cNvPr id="42" name="キャラ名 てくてくフィッシング"/>
          <p:cNvSpPr/>
          <p:nvPr/>
        </p:nvSpPr>
        <p:spPr>
          <a:xfrm rot="21041270">
            <a:off x="10627303" y="5957340"/>
            <a:ext cx="1500000" cy="228600"/>
          </a:xfrm>
          <a:prstGeom prst="roundRect">
            <a:avLst>
              <a:gd name="adj" fmla="val 50000"/>
            </a:avLst>
          </a:prstGeom>
          <a:solidFill>
            <a:srgbClr val="FFFFFF"/>
          </a:solidFill>
          <a:ln w="19050">
            <a:solidFill>
              <a:srgbClr val="1F9C74"/>
            </a:solidFill>
          </a:ln>
        </p:spPr>
        <p:txBody>
          <a:bodyPr wrap="none" lIns="45720" tIns="0" rIns="45720" bIns="0" rtlCol="0" anchor="ctr">
            <a:noAutofit/>
          </a:bodyPr>
          <a:lstStyle/>
          <a:p>
            <a:pPr algn="ctr"/>
            <a:r>
              <a:rPr kumimoji="1" lang="ja-JP" altLang="en-US" sz="1000" b="1" dirty="0">
                <a:solidFill>
                  <a:srgbClr val="1F9C74"/>
                </a:solidFill>
                <a:latin typeface="BIZ UDPゴシック" panose="020B0400000000000000" pitchFamily="50" charset="-128"/>
                <a:ea typeface="BIZ UDPゴシック" panose="020B0400000000000000" pitchFamily="50" charset="-128"/>
              </a:rPr>
              <a:t>てくてくフィッシング</a:t>
            </a:r>
          </a:p>
        </p:txBody>
      </p:sp>
      <p:sp>
        <p:nvSpPr>
          <p:cNvPr id="43" name="キャラ名 パニックDDoS"/>
          <p:cNvSpPr/>
          <p:nvPr/>
        </p:nvSpPr>
        <p:spPr>
          <a:xfrm rot="698746">
            <a:off x="6941976" y="5951204"/>
            <a:ext cx="1150000" cy="228600"/>
          </a:xfrm>
          <a:prstGeom prst="roundRect">
            <a:avLst>
              <a:gd name="adj" fmla="val 50000"/>
            </a:avLst>
          </a:prstGeom>
          <a:solidFill>
            <a:srgbClr val="FFFFFF"/>
          </a:solidFill>
          <a:ln w="19050">
            <a:solidFill>
              <a:srgbClr val="D9A400"/>
            </a:solidFill>
          </a:ln>
        </p:spPr>
        <p:txBody>
          <a:bodyPr wrap="none" lIns="45720" tIns="0" rIns="45720" bIns="0" rtlCol="0" anchor="ctr">
            <a:noAutofit/>
          </a:bodyPr>
          <a:lstStyle/>
          <a:p>
            <a:pPr algn="ctr"/>
            <a:r>
              <a:rPr kumimoji="1" lang="ja-JP" altLang="en-US" sz="1000" b="1" dirty="0">
                <a:solidFill>
                  <a:srgbClr val="D9A400"/>
                </a:solidFill>
                <a:latin typeface="BIZ UDPゴシック" panose="020B0400000000000000" pitchFamily="50" charset="-128"/>
                <a:ea typeface="BIZ UDPゴシック" panose="020B0400000000000000" pitchFamily="50" charset="-128"/>
              </a:rPr>
              <a:t>パニックDDoS</a:t>
            </a:r>
          </a:p>
        </p:txBody>
      </p:sp>
    </p:spTree>
    <p:extLst>
      <p:ext uri="{BB962C8B-B14F-4D97-AF65-F5344CB8AC3E}">
        <p14:creationId xmlns:p14="http://schemas.microsoft.com/office/powerpoint/2010/main" val="3157333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2B1F4A"/>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B46033B6-99FC-4DDC-B6DF-3278666B37D2}"/>
              </a:ext>
            </a:extLst>
          </p:cNvPr>
          <p:cNvSpPr txBox="1"/>
          <p:nvPr/>
        </p:nvSpPr>
        <p:spPr>
          <a:xfrm>
            <a:off x="609600" y="381000"/>
            <a:ext cx="10972800" cy="369332"/>
          </a:xfrm>
          <a:prstGeom prst="rect">
            <a:avLst/>
          </a:prstGeom>
          <a:noFill/>
        </p:spPr>
        <p:txBody>
          <a:bodyPr vert="horz" wrap="square" lIns="0" tIns="0" rIns="0" bIns="0" rtlCol="0" anchor="ctr">
            <a:noAutofit/>
          </a:bodyPr>
          <a:lstStyle/>
          <a:p>
            <a:pPr>
              <a:spcAft>
                <a:spcPts val="400"/>
              </a:spcAft>
            </a:pPr>
            <a:r>
              <a:rPr kumimoji="1" lang="ja-JP" altLang="en-US" sz="3000" b="1">
                <a:solidFill>
                  <a:srgbClr val="FFFFFF"/>
                </a:solidFill>
                <a:latin typeface="BIZ UDPゴシック" panose="020B0400000000000000" pitchFamily="50" charset="-128"/>
                <a:ea typeface="BIZ UDPゴシック" panose="020B0400000000000000" pitchFamily="50" charset="-128"/>
              </a:rPr>
              <a:t>コア機能・実機デモ</a:t>
            </a:r>
          </a:p>
        </p:txBody>
      </p:sp>
      <p:sp>
        <p:nvSpPr>
          <p:cNvPr id="5" name="楕円 4">
            <a:extLst>
              <a:ext uri="{FF2B5EF4-FFF2-40B4-BE49-F238E27FC236}">
                <a16:creationId xmlns:a16="http://schemas.microsoft.com/office/drawing/2014/main" id="{0087A983-FD1B-4B30-B84C-60FFAA29A166}"/>
              </a:ext>
            </a:extLst>
          </p:cNvPr>
          <p:cNvSpPr/>
          <p:nvPr/>
        </p:nvSpPr>
        <p:spPr>
          <a:xfrm>
            <a:off x="8543292" y="1371600"/>
            <a:ext cx="558800" cy="558800"/>
          </a:xfrm>
          <a:prstGeom prst="ellipse">
            <a:avLst/>
          </a:prstGeom>
          <a:solidFill>
            <a:srgbClr val="E2368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400"/>
              </a:spcAft>
            </a:pPr>
            <a:r>
              <a:rPr kumimoji="1" lang="en-US" altLang="ja-JP" sz="2000" b="1">
                <a:solidFill>
                  <a:srgbClr val="FFFFFF"/>
                </a:solidFill>
                <a:latin typeface="BIZ UDPゴシック" panose="020B0400000000000000" pitchFamily="50" charset="-128"/>
                <a:ea typeface="BIZ UDPゴシック" panose="020B0400000000000000" pitchFamily="50" charset="-128"/>
              </a:rPr>
              <a:t>1</a:t>
            </a:r>
            <a:endParaRPr kumimoji="1" lang="ja-JP" altLang="en-US" sz="2000" b="1">
              <a:solidFill>
                <a:srgbClr val="FFFFFF"/>
              </a:solidFill>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49AFF29E-8058-4E34-8C39-5F1C03503BEC}"/>
              </a:ext>
            </a:extLst>
          </p:cNvPr>
          <p:cNvSpPr txBox="1"/>
          <p:nvPr/>
        </p:nvSpPr>
        <p:spPr>
          <a:xfrm>
            <a:off x="9279892" y="1397000"/>
            <a:ext cx="2427511" cy="369332"/>
          </a:xfrm>
          <a:prstGeom prst="rect">
            <a:avLst/>
          </a:prstGeom>
          <a:noFill/>
        </p:spPr>
        <p:txBody>
          <a:bodyPr vert="horz" wrap="square" lIns="0" tIns="0" rIns="0" bIns="0" rtlCol="0" anchor="t">
            <a:noAutofit/>
          </a:bodyPr>
          <a:lstStyle/>
          <a:p>
            <a:pPr>
              <a:spcAft>
                <a:spcPts val="400"/>
              </a:spcAft>
            </a:pPr>
            <a:r>
              <a:rPr kumimoji="1" lang="ja-JP" altLang="en-US" b="1" dirty="0">
                <a:solidFill>
                  <a:srgbClr val="FFFFFF"/>
                </a:solidFill>
                <a:latin typeface="BIZ UDPゴシック" panose="020B0400000000000000" pitchFamily="50" charset="-128"/>
                <a:ea typeface="BIZ UDPゴシック" panose="020B0400000000000000" pitchFamily="50" charset="-128"/>
              </a:rPr>
              <a:t>曲を選ぶ</a:t>
            </a:r>
          </a:p>
        </p:txBody>
      </p:sp>
      <p:sp>
        <p:nvSpPr>
          <p:cNvPr id="7" name="テキスト ボックス 6">
            <a:extLst>
              <a:ext uri="{FF2B5EF4-FFF2-40B4-BE49-F238E27FC236}">
                <a16:creationId xmlns:a16="http://schemas.microsoft.com/office/drawing/2014/main" id="{C632F578-58DB-4690-98C2-EA49F01302E1}"/>
              </a:ext>
            </a:extLst>
          </p:cNvPr>
          <p:cNvSpPr txBox="1"/>
          <p:nvPr/>
        </p:nvSpPr>
        <p:spPr>
          <a:xfrm>
            <a:off x="9279892" y="1778000"/>
            <a:ext cx="2558140" cy="369332"/>
          </a:xfrm>
          <a:prstGeom prst="rect">
            <a:avLst/>
          </a:prstGeom>
          <a:noFill/>
        </p:spPr>
        <p:txBody>
          <a:bodyPr vert="horz" wrap="square" lIns="0" tIns="0" rIns="0" bIns="0" rtlCol="0" anchor="t">
            <a:noAutofit/>
          </a:bodyPr>
          <a:lstStyle/>
          <a:p>
            <a:pPr>
              <a:spcAft>
                <a:spcPts val="400"/>
              </a:spcAft>
            </a:pPr>
            <a:r>
              <a:rPr kumimoji="1" lang="en-US" altLang="ja-JP" sz="1400">
                <a:solidFill>
                  <a:srgbClr val="B9A6F0"/>
                </a:solidFill>
                <a:latin typeface="BIZ UDPゴシック" panose="020B0400000000000000" pitchFamily="50" charset="-128"/>
                <a:ea typeface="BIZ UDPゴシック" panose="020B0400000000000000" pitchFamily="50" charset="-128"/>
              </a:rPr>
              <a:t>6</a:t>
            </a:r>
            <a:r>
              <a:rPr kumimoji="1" lang="ja-JP" altLang="en-US" sz="1400">
                <a:solidFill>
                  <a:srgbClr val="B9A6F0"/>
                </a:solidFill>
                <a:latin typeface="BIZ UDPゴシック" panose="020B0400000000000000" pitchFamily="50" charset="-128"/>
                <a:ea typeface="BIZ UDPゴシック" panose="020B0400000000000000" pitchFamily="50" charset="-128"/>
              </a:rPr>
              <a:t>曲・★</a:t>
            </a:r>
            <a:r>
              <a:rPr kumimoji="1" lang="en-US" altLang="ja-JP" sz="1400">
                <a:solidFill>
                  <a:srgbClr val="B9A6F0"/>
                </a:solidFill>
                <a:latin typeface="BIZ UDPゴシック" panose="020B0400000000000000" pitchFamily="50" charset="-128"/>
                <a:ea typeface="BIZ UDPゴシック" panose="020B0400000000000000" pitchFamily="50" charset="-128"/>
              </a:rPr>
              <a:t>1〜6</a:t>
            </a:r>
            <a:r>
              <a:rPr kumimoji="1" lang="ja-JP" altLang="en-US" sz="1400">
                <a:solidFill>
                  <a:srgbClr val="B9A6F0"/>
                </a:solidFill>
                <a:latin typeface="BIZ UDPゴシック" panose="020B0400000000000000" pitchFamily="50" charset="-128"/>
                <a:ea typeface="BIZ UDPゴシック" panose="020B0400000000000000" pitchFamily="50" charset="-128"/>
              </a:rPr>
              <a:t>。やさしい順に並ぶ</a:t>
            </a:r>
          </a:p>
        </p:txBody>
      </p:sp>
      <p:sp>
        <p:nvSpPr>
          <p:cNvPr id="8" name="楕円 7">
            <a:extLst>
              <a:ext uri="{FF2B5EF4-FFF2-40B4-BE49-F238E27FC236}">
                <a16:creationId xmlns:a16="http://schemas.microsoft.com/office/drawing/2014/main" id="{BD11CAC4-AE0F-45B5-A55F-3185ABB4045F}"/>
              </a:ext>
            </a:extLst>
          </p:cNvPr>
          <p:cNvSpPr/>
          <p:nvPr/>
        </p:nvSpPr>
        <p:spPr>
          <a:xfrm>
            <a:off x="8543292" y="2641600"/>
            <a:ext cx="558800" cy="558800"/>
          </a:xfrm>
          <a:prstGeom prst="ellipse">
            <a:avLst/>
          </a:prstGeom>
          <a:solidFill>
            <a:srgbClr val="8A4F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400"/>
              </a:spcAft>
            </a:pPr>
            <a:r>
              <a:rPr kumimoji="1" lang="en-US" altLang="ja-JP" sz="2000" b="1">
                <a:solidFill>
                  <a:srgbClr val="FFFFFF"/>
                </a:solidFill>
                <a:latin typeface="BIZ UDPゴシック" panose="020B0400000000000000" pitchFamily="50" charset="-128"/>
                <a:ea typeface="BIZ UDPゴシック" panose="020B0400000000000000" pitchFamily="50" charset="-128"/>
              </a:rPr>
              <a:t>2</a:t>
            </a:r>
            <a:endParaRPr kumimoji="1" lang="ja-JP" altLang="en-US" sz="2000" b="1">
              <a:solidFill>
                <a:srgbClr val="FFFFFF"/>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E2097299-5448-4884-A150-1A4279E61710}"/>
              </a:ext>
            </a:extLst>
          </p:cNvPr>
          <p:cNvSpPr txBox="1"/>
          <p:nvPr/>
        </p:nvSpPr>
        <p:spPr>
          <a:xfrm>
            <a:off x="9279892" y="2667000"/>
            <a:ext cx="2634340" cy="369332"/>
          </a:xfrm>
          <a:prstGeom prst="rect">
            <a:avLst/>
          </a:prstGeom>
          <a:noFill/>
        </p:spPr>
        <p:txBody>
          <a:bodyPr vert="horz" wrap="square" lIns="0" tIns="0" rIns="0" bIns="0" rtlCol="0" anchor="t">
            <a:noAutofit/>
          </a:bodyPr>
          <a:lstStyle/>
          <a:p>
            <a:pPr>
              <a:spcAft>
                <a:spcPts val="400"/>
              </a:spcAft>
            </a:pPr>
            <a:r>
              <a:rPr kumimoji="1" lang="ja-JP" altLang="en-US" b="1" dirty="0">
                <a:solidFill>
                  <a:srgbClr val="FFFFFF"/>
                </a:solidFill>
                <a:latin typeface="BIZ UDPゴシック" panose="020B0400000000000000" pitchFamily="50" charset="-128"/>
                <a:ea typeface="BIZ UDPゴシック" panose="020B0400000000000000" pitchFamily="50" charset="-128"/>
              </a:rPr>
              <a:t>キーで叩く</a:t>
            </a:r>
          </a:p>
        </p:txBody>
      </p:sp>
      <p:sp>
        <p:nvSpPr>
          <p:cNvPr id="10" name="テキスト ボックス 9">
            <a:extLst>
              <a:ext uri="{FF2B5EF4-FFF2-40B4-BE49-F238E27FC236}">
                <a16:creationId xmlns:a16="http://schemas.microsoft.com/office/drawing/2014/main" id="{9C14F745-5B1F-48E8-94F6-C1CD6624BC6A}"/>
              </a:ext>
            </a:extLst>
          </p:cNvPr>
          <p:cNvSpPr txBox="1"/>
          <p:nvPr/>
        </p:nvSpPr>
        <p:spPr>
          <a:xfrm>
            <a:off x="9279892" y="3048000"/>
            <a:ext cx="2558140" cy="369332"/>
          </a:xfrm>
          <a:prstGeom prst="rect">
            <a:avLst/>
          </a:prstGeom>
          <a:noFill/>
        </p:spPr>
        <p:txBody>
          <a:bodyPr vert="horz" wrap="square" lIns="0" tIns="0" rIns="0" bIns="0" rtlCol="0" anchor="t">
            <a:noAutofit/>
          </a:bodyPr>
          <a:lstStyle/>
          <a:p>
            <a:pPr>
              <a:spcAft>
                <a:spcPts val="400"/>
              </a:spcAft>
            </a:pPr>
            <a:r>
              <a:rPr kumimoji="1" lang="ja-JP" altLang="en-US" sz="1400" dirty="0">
                <a:solidFill>
                  <a:srgbClr val="B9A6F0"/>
                </a:solidFill>
                <a:latin typeface="BIZ UDPゴシック" panose="020B0400000000000000" pitchFamily="50" charset="-128"/>
                <a:ea typeface="BIZ UDPゴシック" panose="020B0400000000000000" pitchFamily="50" charset="-128"/>
              </a:rPr>
              <a:t>叩くとメロディが鳴る</a:t>
            </a:r>
          </a:p>
          <a:p>
            <a:pPr>
              <a:spcAft>
                <a:spcPts val="400"/>
              </a:spcAft>
            </a:pPr>
            <a:r>
              <a:rPr kumimoji="1" lang="ja-JP" altLang="en-US" sz="1400" dirty="0">
                <a:solidFill>
                  <a:srgbClr val="B9A6F0"/>
                </a:solidFill>
                <a:latin typeface="BIZ UDPゴシック" panose="020B0400000000000000" pitchFamily="50" charset="-128"/>
                <a:ea typeface="BIZ UDPゴシック" panose="020B0400000000000000" pitchFamily="50" charset="-128"/>
              </a:rPr>
              <a:t>ミスで画面がゆれる</a:t>
            </a:r>
          </a:p>
        </p:txBody>
      </p:sp>
      <p:sp>
        <p:nvSpPr>
          <p:cNvPr id="11" name="楕円 10">
            <a:extLst>
              <a:ext uri="{FF2B5EF4-FFF2-40B4-BE49-F238E27FC236}">
                <a16:creationId xmlns:a16="http://schemas.microsoft.com/office/drawing/2014/main" id="{414DF65D-01C8-48D2-8044-C9C1A0D18801}"/>
              </a:ext>
            </a:extLst>
          </p:cNvPr>
          <p:cNvSpPr/>
          <p:nvPr/>
        </p:nvSpPr>
        <p:spPr>
          <a:xfrm>
            <a:off x="8543292" y="3911600"/>
            <a:ext cx="558800" cy="558800"/>
          </a:xfrm>
          <a:prstGeom prst="ellipse">
            <a:avLst/>
          </a:prstGeom>
          <a:solidFill>
            <a:srgbClr val="1F9C7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400"/>
              </a:spcAft>
            </a:pPr>
            <a:r>
              <a:rPr kumimoji="1" lang="en-US" altLang="ja-JP" sz="2000" b="1">
                <a:solidFill>
                  <a:srgbClr val="FFFFFF"/>
                </a:solidFill>
                <a:latin typeface="BIZ UDPゴシック" panose="020B0400000000000000" pitchFamily="50" charset="-128"/>
                <a:ea typeface="BIZ UDPゴシック" panose="020B0400000000000000" pitchFamily="50" charset="-128"/>
              </a:rPr>
              <a:t>3</a:t>
            </a:r>
            <a:endParaRPr kumimoji="1" lang="ja-JP" altLang="en-US" sz="2000" b="1">
              <a:solidFill>
                <a:srgbClr val="FFFFFF"/>
              </a:solidFill>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0D63E976-4271-4BD9-ACC3-35B4DC49CCDE}"/>
              </a:ext>
            </a:extLst>
          </p:cNvPr>
          <p:cNvSpPr txBox="1"/>
          <p:nvPr/>
        </p:nvSpPr>
        <p:spPr>
          <a:xfrm>
            <a:off x="9279892" y="3937000"/>
            <a:ext cx="2558140" cy="369332"/>
          </a:xfrm>
          <a:prstGeom prst="rect">
            <a:avLst/>
          </a:prstGeom>
          <a:noFill/>
        </p:spPr>
        <p:txBody>
          <a:bodyPr vert="horz" wrap="square" lIns="0" tIns="0" rIns="0" bIns="0" rtlCol="0" anchor="t">
            <a:noAutofit/>
          </a:bodyPr>
          <a:lstStyle/>
          <a:p>
            <a:pPr>
              <a:spcAft>
                <a:spcPts val="400"/>
              </a:spcAft>
            </a:pPr>
            <a:r>
              <a:rPr kumimoji="1" lang="ja-JP" altLang="en-US" b="1" dirty="0">
                <a:solidFill>
                  <a:srgbClr val="FFFFFF"/>
                </a:solidFill>
                <a:latin typeface="BIZ UDPゴシック" panose="020B0400000000000000" pitchFamily="50" charset="-128"/>
                <a:ea typeface="BIZ UDPゴシック" panose="020B0400000000000000" pitchFamily="50" charset="-128"/>
              </a:rPr>
              <a:t>ランクと本日のトップ</a:t>
            </a:r>
            <a:r>
              <a:rPr kumimoji="1" lang="en-US" altLang="ja-JP" b="1" dirty="0">
                <a:solidFill>
                  <a:srgbClr val="FFFFFF"/>
                </a:solidFill>
                <a:latin typeface="BIZ UDPゴシック" panose="020B0400000000000000" pitchFamily="50" charset="-128"/>
                <a:ea typeface="BIZ UDPゴシック" panose="020B0400000000000000" pitchFamily="50" charset="-128"/>
              </a:rPr>
              <a:t>3</a:t>
            </a:r>
            <a:endParaRPr kumimoji="1" lang="ja-JP" altLang="en-US" b="1" dirty="0">
              <a:solidFill>
                <a:srgbClr val="FFFFFF"/>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3E0215B4-9BF3-4E72-A0C4-99C12E665A23}"/>
              </a:ext>
            </a:extLst>
          </p:cNvPr>
          <p:cNvSpPr txBox="1"/>
          <p:nvPr/>
        </p:nvSpPr>
        <p:spPr>
          <a:xfrm>
            <a:off x="9279892" y="4318000"/>
            <a:ext cx="2558140" cy="369332"/>
          </a:xfrm>
          <a:prstGeom prst="rect">
            <a:avLst/>
          </a:prstGeom>
          <a:noFill/>
        </p:spPr>
        <p:txBody>
          <a:bodyPr vert="horz" wrap="square" lIns="0" tIns="0" rIns="0" bIns="0" rtlCol="0" anchor="t">
            <a:noAutofit/>
          </a:bodyPr>
          <a:lstStyle/>
          <a:p>
            <a:pPr>
              <a:spcAft>
                <a:spcPts val="400"/>
              </a:spcAft>
            </a:pPr>
            <a:r>
              <a:rPr kumimoji="1" lang="ja-JP" altLang="en-US" sz="1400" dirty="0">
                <a:solidFill>
                  <a:srgbClr val="B9A6F0"/>
                </a:solidFill>
                <a:latin typeface="BIZ UDPゴシック" panose="020B0400000000000000" pitchFamily="50" charset="-128"/>
                <a:ea typeface="BIZ UDPゴシック" panose="020B0400000000000000" pitchFamily="50" charset="-128"/>
              </a:rPr>
              <a:t>名前を入れて、友だちと競える</a:t>
            </a:r>
          </a:p>
        </p:txBody>
      </p:sp>
      <p:pic>
        <p:nvPicPr>
          <p:cNvPr id="14" name="ゆめかわ_デモ動画">
            <a:hlinkClick r:id="" action="ppaction://media"/>
            <a:extLst>
              <a:ext uri="{FF2B5EF4-FFF2-40B4-BE49-F238E27FC236}">
                <a16:creationId xmlns:a16="http://schemas.microsoft.com/office/drawing/2014/main" id="{BD301A6E-2F01-46AE-91B6-3544F4C63F90}"/>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33400" y="1104899"/>
            <a:ext cx="7632020" cy="4293011"/>
          </a:xfrm>
          <a:prstGeom prst="rect">
            <a:avLst/>
          </a:prstGeom>
        </p:spPr>
      </p:pic>
    </p:spTree>
    <p:extLst>
      <p:ext uri="{BB962C8B-B14F-4D97-AF65-F5344CB8AC3E}">
        <p14:creationId xmlns:p14="http://schemas.microsoft.com/office/powerpoint/2010/main" val="37233798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73191"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4"/>
                </p:tgtEl>
              </p:cMediaNode>
            </p:video>
            <p:seq concurrent="1" nextAc="seek">
              <p:cTn id="8" restart="whenNotActive" fill="hold" evtFilter="cancelBubble" nodeType="interactiveSeq">
                <p:stCondLst>
                  <p:cond evt="onClick" delay="0">
                    <p:tgtEl>
                      <p:spTgt spid="1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4"/>
                                        </p:tgtEl>
                                      </p:cBhvr>
                                    </p:cmd>
                                  </p:childTnLst>
                                </p:cTn>
                              </p:par>
                            </p:childTnLst>
                          </p:cTn>
                        </p:par>
                      </p:childTnLst>
                    </p:cTn>
                  </p:par>
                </p:childTnLst>
              </p:cTn>
              <p:nextCondLst>
                <p:cond evt="onClick" delay="0">
                  <p:tgtEl>
                    <p:spTgt spid="14"/>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3EEFB"/>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44B1BF1-F608-4A76-B071-680BE0E23A95}"/>
              </a:ext>
            </a:extLst>
          </p:cNvPr>
          <p:cNvSpPr txBox="1"/>
          <p:nvPr/>
        </p:nvSpPr>
        <p:spPr>
          <a:xfrm>
            <a:off x="609600" y="381000"/>
            <a:ext cx="10972800" cy="369332"/>
          </a:xfrm>
          <a:prstGeom prst="rect">
            <a:avLst/>
          </a:prstGeom>
          <a:noFill/>
        </p:spPr>
        <p:txBody>
          <a:bodyPr vert="horz" wrap="square" lIns="0" tIns="0" rIns="0" bIns="0" rtlCol="0" anchor="ctr">
            <a:noAutofit/>
          </a:bodyPr>
          <a:lstStyle/>
          <a:p>
            <a:pPr>
              <a:spcAft>
                <a:spcPts val="400"/>
              </a:spcAft>
            </a:pPr>
            <a:r>
              <a:rPr kumimoji="1" lang="en-US" altLang="ja-JP" sz="3000" b="1">
                <a:solidFill>
                  <a:srgbClr val="2B1F4A"/>
                </a:solidFill>
                <a:latin typeface="BIZ UDPゴシック" panose="020B0400000000000000" pitchFamily="50" charset="-128"/>
                <a:ea typeface="BIZ UDPゴシック" panose="020B0400000000000000" pitchFamily="50" charset="-128"/>
              </a:rPr>
              <a:t>AI</a:t>
            </a:r>
            <a:r>
              <a:rPr kumimoji="1" lang="ja-JP" altLang="en-US" sz="3000" b="1">
                <a:solidFill>
                  <a:srgbClr val="2B1F4A"/>
                </a:solidFill>
                <a:latin typeface="BIZ UDPゴシック" panose="020B0400000000000000" pitchFamily="50" charset="-128"/>
                <a:ea typeface="BIZ UDPゴシック" panose="020B0400000000000000" pitchFamily="50" charset="-128"/>
              </a:rPr>
              <a:t>活用の工夫</a:t>
            </a:r>
          </a:p>
        </p:txBody>
      </p:sp>
      <p:sp>
        <p:nvSpPr>
          <p:cNvPr id="3" name="テキスト ボックス 2">
            <a:extLst>
              <a:ext uri="{FF2B5EF4-FFF2-40B4-BE49-F238E27FC236}">
                <a16:creationId xmlns:a16="http://schemas.microsoft.com/office/drawing/2014/main" id="{78386220-599D-4976-A3C5-95056E0074C1}"/>
              </a:ext>
            </a:extLst>
          </p:cNvPr>
          <p:cNvSpPr txBox="1"/>
          <p:nvPr/>
        </p:nvSpPr>
        <p:spPr>
          <a:xfrm>
            <a:off x="609600" y="990600"/>
            <a:ext cx="10972800" cy="369332"/>
          </a:xfrm>
          <a:prstGeom prst="rect">
            <a:avLst/>
          </a:prstGeom>
          <a:noFill/>
        </p:spPr>
        <p:txBody>
          <a:bodyPr vert="horz" wrap="square" lIns="0" tIns="0" rIns="0" bIns="0" rtlCol="0" anchor="t">
            <a:noAutofit/>
          </a:bodyPr>
          <a:lstStyle/>
          <a:p>
            <a:r>
              <a:rPr kumimoji="1" lang="ja-JP" altLang="en-US" sz="1500">
                <a:solidFill>
                  <a:srgbClr val="6B5B8C"/>
                </a:solidFill>
                <a:latin typeface="BIZ UDPゴシック" panose="020B0400000000000000" pitchFamily="50" charset="-128"/>
                <a:ea typeface="BIZ UDPゴシック" panose="020B0400000000000000" pitchFamily="50" charset="-128"/>
              </a:rPr>
              <a:t>人が選んで、AIに作らせて、人が確かめる</a:t>
            </a:r>
          </a:p>
        </p:txBody>
      </p:sp>
      <p:sp>
        <p:nvSpPr>
          <p:cNvPr id="4" name="四角形: 角を丸くする 3">
            <a:extLst>
              <a:ext uri="{FF2B5EF4-FFF2-40B4-BE49-F238E27FC236}">
                <a16:creationId xmlns:a16="http://schemas.microsoft.com/office/drawing/2014/main" id="{27BA2101-C1F9-4573-B5DE-214674385319}"/>
              </a:ext>
            </a:extLst>
          </p:cNvPr>
          <p:cNvSpPr/>
          <p:nvPr/>
        </p:nvSpPr>
        <p:spPr>
          <a:xfrm>
            <a:off x="609600" y="1346200"/>
            <a:ext cx="3505200" cy="4953000"/>
          </a:xfrm>
          <a:prstGeom prst="roundRect">
            <a:avLst>
              <a:gd name="adj" fmla="val 8000"/>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楕円 4">
            <a:extLst>
              <a:ext uri="{FF2B5EF4-FFF2-40B4-BE49-F238E27FC236}">
                <a16:creationId xmlns:a16="http://schemas.microsoft.com/office/drawing/2014/main" id="{DDFF88D5-D424-4EAE-96F1-F671A0BEB930}"/>
              </a:ext>
            </a:extLst>
          </p:cNvPr>
          <p:cNvSpPr/>
          <p:nvPr/>
        </p:nvSpPr>
        <p:spPr>
          <a:xfrm>
            <a:off x="838200" y="1524000"/>
            <a:ext cx="508000" cy="508000"/>
          </a:xfrm>
          <a:prstGeom prst="ellipse">
            <a:avLst/>
          </a:prstGeom>
          <a:solidFill>
            <a:srgbClr val="E2368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400"/>
              </a:spcAft>
            </a:pPr>
            <a:r>
              <a:rPr kumimoji="1" lang="en-US" altLang="ja-JP" b="1">
                <a:solidFill>
                  <a:srgbClr val="FFFFFF"/>
                </a:solidFill>
                <a:latin typeface="BIZ UDPゴシック" panose="020B0400000000000000" pitchFamily="50" charset="-128"/>
                <a:ea typeface="BIZ UDPゴシック" panose="020B0400000000000000" pitchFamily="50" charset="-128"/>
              </a:rPr>
              <a:t>1</a:t>
            </a:r>
            <a:endParaRPr kumimoji="1" lang="ja-JP" altLang="en-US" b="1">
              <a:solidFill>
                <a:srgbClr val="FFFFFF"/>
              </a:solidFill>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38A6A609-8EB8-4502-90DD-B7A939E10C0C}"/>
              </a:ext>
            </a:extLst>
          </p:cNvPr>
          <p:cNvSpPr txBox="1"/>
          <p:nvPr/>
        </p:nvSpPr>
        <p:spPr>
          <a:xfrm>
            <a:off x="1473200" y="1524000"/>
            <a:ext cx="2463800" cy="369332"/>
          </a:xfrm>
          <a:prstGeom prst="rect">
            <a:avLst/>
          </a:prstGeom>
          <a:noFill/>
        </p:spPr>
        <p:txBody>
          <a:bodyPr vert="horz" wrap="square" lIns="0" tIns="0" rIns="0" bIns="0" rtlCol="0" anchor="ctr">
            <a:noAutofit/>
          </a:bodyPr>
          <a:lstStyle/>
          <a:p>
            <a:pPr>
              <a:spcAft>
                <a:spcPts val="400"/>
              </a:spcAft>
            </a:pPr>
            <a:r>
              <a:rPr kumimoji="1" lang="en-US" altLang="ja-JP" sz="1600" b="1">
                <a:solidFill>
                  <a:srgbClr val="2B1F4A"/>
                </a:solidFill>
                <a:latin typeface="BIZ UDPゴシック" panose="020B0400000000000000" pitchFamily="50" charset="-128"/>
                <a:ea typeface="BIZ UDPゴシック" panose="020B0400000000000000" pitchFamily="50" charset="-128"/>
              </a:rPr>
              <a:t>AI</a:t>
            </a:r>
            <a:r>
              <a:rPr kumimoji="1" lang="ja-JP" altLang="en-US" sz="1600" b="1">
                <a:solidFill>
                  <a:srgbClr val="2B1F4A"/>
                </a:solidFill>
                <a:latin typeface="BIZ UDPゴシック" panose="020B0400000000000000" pitchFamily="50" charset="-128"/>
                <a:ea typeface="BIZ UDPゴシック" panose="020B0400000000000000" pitchFamily="50" charset="-128"/>
              </a:rPr>
              <a:t>の案は、人が選ぶ</a:t>
            </a:r>
          </a:p>
        </p:txBody>
      </p:sp>
      <p:sp>
        <p:nvSpPr>
          <p:cNvPr id="7" name="テキスト ボックス 6">
            <a:extLst>
              <a:ext uri="{FF2B5EF4-FFF2-40B4-BE49-F238E27FC236}">
                <a16:creationId xmlns:a16="http://schemas.microsoft.com/office/drawing/2014/main" id="{EF1C4E36-2EA7-44BC-B53F-C9B0B1FA1936}"/>
              </a:ext>
            </a:extLst>
          </p:cNvPr>
          <p:cNvSpPr txBox="1"/>
          <p:nvPr/>
        </p:nvSpPr>
        <p:spPr>
          <a:xfrm>
            <a:off x="838200" y="2209800"/>
            <a:ext cx="3048000" cy="369332"/>
          </a:xfrm>
          <a:prstGeom prst="rect">
            <a:avLst/>
          </a:prstGeom>
          <a:noFill/>
        </p:spPr>
        <p:txBody>
          <a:bodyPr vert="horz" wrap="square" lIns="0" tIns="0" rIns="0" bIns="0" rtlCol="0" anchor="t">
            <a:noAutofit/>
          </a:bodyPr>
          <a:lstStyle/>
          <a:p>
            <a:pPr>
              <a:spcAft>
                <a:spcPts val="400"/>
              </a:spcAft>
            </a:pPr>
            <a:r>
              <a:rPr kumimoji="1" lang="ja-JP" altLang="en-US" sz="1300" b="1">
                <a:solidFill>
                  <a:srgbClr val="E2368A"/>
                </a:solidFill>
                <a:latin typeface="BIZ UDPゴシック" panose="020B0400000000000000" pitchFamily="50" charset="-128"/>
                <a:ea typeface="BIZ UDPゴシック" panose="020B0400000000000000" pitchFamily="50" charset="-128"/>
              </a:rPr>
              <a:t>困ったこと</a:t>
            </a:r>
          </a:p>
        </p:txBody>
      </p:sp>
      <p:sp>
        <p:nvSpPr>
          <p:cNvPr id="8" name="テキスト ボックス 7">
            <a:extLst>
              <a:ext uri="{FF2B5EF4-FFF2-40B4-BE49-F238E27FC236}">
                <a16:creationId xmlns:a16="http://schemas.microsoft.com/office/drawing/2014/main" id="{DC51C3FB-EA19-4D53-AB6F-4499E14C8A13}"/>
              </a:ext>
            </a:extLst>
          </p:cNvPr>
          <p:cNvSpPr txBox="1"/>
          <p:nvPr/>
        </p:nvSpPr>
        <p:spPr>
          <a:xfrm>
            <a:off x="838200" y="2463800"/>
            <a:ext cx="3124200" cy="633968"/>
          </a:xfrm>
          <a:prstGeom prst="rect">
            <a:avLst/>
          </a:prstGeom>
          <a:noFill/>
        </p:spPr>
        <p:txBody>
          <a:bodyPr vert="horz" wrap="square" lIns="0" tIns="0" rIns="0" bIns="0" rtlCol="0" anchor="t">
            <a:noAutofit/>
          </a:bodyPr>
          <a:lstStyle/>
          <a:p>
            <a:r>
              <a:rPr kumimoji="1" lang="en-US" altLang="ja-JP" sz="1400" dirty="0" err="1">
                <a:solidFill>
                  <a:srgbClr val="2B1F4A"/>
                </a:solidFill>
                <a:latin typeface="BIZ UDPゴシック" panose="020B0400000000000000" pitchFamily="50" charset="-128"/>
                <a:ea typeface="BIZ UDPゴシック" panose="020B0400000000000000" pitchFamily="50" charset="-128"/>
              </a:rPr>
              <a:t>初級と上級の</a:t>
            </a:r>
            <a:r>
              <a:rPr kumimoji="1" lang="ja-JP" altLang="en-US" sz="1400" dirty="0">
                <a:solidFill>
                  <a:srgbClr val="2B1F4A"/>
                </a:solidFill>
                <a:latin typeface="BIZ UDPゴシック" panose="020B0400000000000000" pitchFamily="50" charset="-128"/>
                <a:ea typeface="BIZ UDPゴシック" panose="020B0400000000000000" pitchFamily="50" charset="-128"/>
              </a:rPr>
              <a:t>難易度の</a:t>
            </a:r>
            <a:r>
              <a:rPr kumimoji="1" lang="en-US" altLang="ja-JP" sz="1400" dirty="0" err="1">
                <a:solidFill>
                  <a:srgbClr val="2B1F4A"/>
                </a:solidFill>
                <a:latin typeface="BIZ UDPゴシック" panose="020B0400000000000000" pitchFamily="50" charset="-128"/>
                <a:ea typeface="BIZ UDPゴシック" panose="020B0400000000000000" pitchFamily="50" charset="-128"/>
              </a:rPr>
              <a:t>差が大きすぎた</a:t>
            </a:r>
            <a:r>
              <a:rPr kumimoji="1" lang="en-US" altLang="ja-JP" sz="1400" dirty="0">
                <a:solidFill>
                  <a:srgbClr val="2B1F4A"/>
                </a:solidFill>
                <a:latin typeface="BIZ UDPゴシック" panose="020B0400000000000000" pitchFamily="50" charset="-128"/>
                <a:ea typeface="BIZ UDPゴシック" panose="020B0400000000000000" pitchFamily="50" charset="-128"/>
              </a:rPr>
              <a:t>。</a:t>
            </a:r>
          </a:p>
          <a:p>
            <a:r>
              <a:rPr kumimoji="1" lang="en-US" altLang="ja-JP" sz="1400" dirty="0" err="1">
                <a:solidFill>
                  <a:srgbClr val="2B1F4A"/>
                </a:solidFill>
                <a:latin typeface="BIZ UDPゴシック" panose="020B0400000000000000" pitchFamily="50" charset="-128"/>
                <a:ea typeface="BIZ UDPゴシック" panose="020B0400000000000000" pitchFamily="50" charset="-128"/>
              </a:rPr>
              <a:t>AIは</a:t>
            </a:r>
            <a:r>
              <a:rPr kumimoji="1" lang="en-US" altLang="ja-JP" sz="1400" dirty="0">
                <a:solidFill>
                  <a:srgbClr val="2B1F4A"/>
                </a:solidFill>
                <a:latin typeface="BIZ UDPゴシック" panose="020B0400000000000000" pitchFamily="50" charset="-128"/>
                <a:ea typeface="BIZ UDPゴシック" panose="020B0400000000000000" pitchFamily="50" charset="-128"/>
              </a:rPr>
              <a:t>「</a:t>
            </a:r>
            <a:r>
              <a:rPr kumimoji="1" lang="ja-JP" altLang="en-US" sz="1400" dirty="0">
                <a:solidFill>
                  <a:srgbClr val="2B1F4A"/>
                </a:solidFill>
                <a:latin typeface="BIZ UDPゴシック" panose="020B0400000000000000" pitchFamily="50" charset="-128"/>
                <a:ea typeface="BIZ UDPゴシック" panose="020B0400000000000000" pitchFamily="50" charset="-128"/>
              </a:rPr>
              <a:t>１</a:t>
            </a:r>
            <a:r>
              <a:rPr kumimoji="1" lang="en-US" altLang="ja-JP" sz="1400" dirty="0">
                <a:solidFill>
                  <a:srgbClr val="2B1F4A"/>
                </a:solidFill>
                <a:latin typeface="BIZ UDPゴシック" panose="020B0400000000000000" pitchFamily="50" charset="-128"/>
                <a:ea typeface="BIZ UDPゴシック" panose="020B0400000000000000" pitchFamily="50" charset="-128"/>
              </a:rPr>
              <a:t>曲を初級・上級の2つにアレンジする」案を出した</a:t>
            </a:r>
            <a:r>
              <a:rPr kumimoji="1" lang="ja-JP" altLang="en-US" sz="1400" dirty="0">
                <a:solidFill>
                  <a:srgbClr val="2B1F4A"/>
                </a:solidFill>
                <a:latin typeface="BIZ UDPゴシック" panose="020B0400000000000000" pitchFamily="50" charset="-128"/>
                <a:ea typeface="BIZ UDPゴシック" panose="020B0400000000000000" pitchFamily="50" charset="-128"/>
              </a:rPr>
              <a:t>。</a:t>
            </a:r>
            <a:endParaRPr kumimoji="1" lang="en-US" altLang="ja-JP" sz="1400" dirty="0">
              <a:solidFill>
                <a:srgbClr val="2B1F4A"/>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361D48C3-EA26-40DE-9575-1231CC6C0E01}"/>
              </a:ext>
            </a:extLst>
          </p:cNvPr>
          <p:cNvSpPr txBox="1"/>
          <p:nvPr/>
        </p:nvSpPr>
        <p:spPr>
          <a:xfrm>
            <a:off x="838200" y="3263900"/>
            <a:ext cx="3048000" cy="369332"/>
          </a:xfrm>
          <a:prstGeom prst="rect">
            <a:avLst/>
          </a:prstGeom>
          <a:noFill/>
        </p:spPr>
        <p:txBody>
          <a:bodyPr vert="horz" wrap="square" lIns="0" tIns="0" rIns="0" bIns="0" rtlCol="0" anchor="t">
            <a:noAutofit/>
          </a:bodyPr>
          <a:lstStyle/>
          <a:p>
            <a:r>
              <a:rPr kumimoji="1" lang="ja-JP" altLang="en-US" sz="1300" b="1">
                <a:solidFill>
                  <a:srgbClr val="E2368A"/>
                </a:solidFill>
                <a:latin typeface="BIZ UDPゴシック" panose="020B0400000000000000" pitchFamily="50" charset="-128"/>
                <a:ea typeface="BIZ UDPゴシック" panose="020B0400000000000000" pitchFamily="50" charset="-128"/>
              </a:rPr>
              <a:t>工夫</a:t>
            </a:r>
          </a:p>
        </p:txBody>
      </p:sp>
      <p:sp>
        <p:nvSpPr>
          <p:cNvPr id="10" name="テキスト ボックス 9">
            <a:extLst>
              <a:ext uri="{FF2B5EF4-FFF2-40B4-BE49-F238E27FC236}">
                <a16:creationId xmlns:a16="http://schemas.microsoft.com/office/drawing/2014/main" id="{E6240461-AF79-4366-99D1-72EACF05EEE7}"/>
              </a:ext>
            </a:extLst>
          </p:cNvPr>
          <p:cNvSpPr txBox="1"/>
          <p:nvPr/>
        </p:nvSpPr>
        <p:spPr>
          <a:xfrm>
            <a:off x="838200" y="3517900"/>
            <a:ext cx="3048000" cy="674132"/>
          </a:xfrm>
          <a:prstGeom prst="rect">
            <a:avLst/>
          </a:prstGeom>
          <a:noFill/>
        </p:spPr>
        <p:txBody>
          <a:bodyPr vert="horz" wrap="square" lIns="0" tIns="0" rIns="0" bIns="0" rtlCol="0" anchor="t">
            <a:noAutofit/>
          </a:bodyPr>
          <a:lstStyle/>
          <a:p>
            <a:r>
              <a:rPr kumimoji="1" lang="ja-JP" altLang="en-US" sz="1400" b="1" dirty="0">
                <a:solidFill>
                  <a:srgbClr val="2B1F4A"/>
                </a:solidFill>
                <a:latin typeface="BIZ UDPゴシック" panose="020B0400000000000000" pitchFamily="50" charset="-128"/>
                <a:ea typeface="BIZ UDPゴシック" panose="020B0400000000000000" pitchFamily="50" charset="-128"/>
              </a:rPr>
              <a:t>来場者への分かりやすさを重視し、AIの案は採らず、曲そのものの難しさで分けた。</a:t>
            </a:r>
          </a:p>
        </p:txBody>
      </p:sp>
      <p:sp>
        <p:nvSpPr>
          <p:cNvPr id="11" name="四角形: 角を丸くする 10">
            <a:extLst>
              <a:ext uri="{FF2B5EF4-FFF2-40B4-BE49-F238E27FC236}">
                <a16:creationId xmlns:a16="http://schemas.microsoft.com/office/drawing/2014/main" id="{5DDE5D62-54C4-43C0-B5CA-0E43642BE9D4}"/>
              </a:ext>
            </a:extLst>
          </p:cNvPr>
          <p:cNvSpPr/>
          <p:nvPr/>
        </p:nvSpPr>
        <p:spPr>
          <a:xfrm>
            <a:off x="762000" y="5257800"/>
            <a:ext cx="3200400" cy="863600"/>
          </a:xfrm>
          <a:prstGeom prst="roundRect">
            <a:avLst>
              <a:gd name="adj" fmla="val 8000"/>
            </a:avLst>
          </a:prstGeom>
          <a:solidFill>
            <a:srgbClr val="FBE3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152400" tIns="0" rIns="152400" bIns="0" rtlCol="0" anchor="ctr"/>
          <a:lstStyle/>
          <a:p>
            <a:r>
              <a:rPr kumimoji="1" lang="ja-JP" altLang="en-US" sz="1400" b="1" dirty="0">
                <a:solidFill>
                  <a:srgbClr val="2B1F4A"/>
                </a:solidFill>
                <a:latin typeface="BIZ UDPゴシック" panose="020B0400000000000000" pitchFamily="50" charset="-128"/>
                <a:ea typeface="BIZ UDPゴシック" panose="020B0400000000000000" pitchFamily="50" charset="-128"/>
              </a:rPr>
              <a:t>★1 きらきら星〜★6 天国と地獄の6曲。やさしい順に選べる。</a:t>
            </a:r>
          </a:p>
        </p:txBody>
      </p:sp>
      <p:sp>
        <p:nvSpPr>
          <p:cNvPr id="28" name="成果ラベル 28"/>
          <p:cNvSpPr txBox="1"/>
          <p:nvPr/>
        </p:nvSpPr>
        <p:spPr>
          <a:xfrm>
            <a:off x="838200" y="4953000"/>
            <a:ext cx="3048000" cy="369332"/>
          </a:xfrm>
          <a:prstGeom prst="rect">
            <a:avLst/>
          </a:prstGeom>
          <a:noFill/>
        </p:spPr>
        <p:txBody>
          <a:bodyPr vert="horz" wrap="square" lIns="0" tIns="0" rIns="0" bIns="0" rtlCol="0" anchor="t">
            <a:noAutofit/>
          </a:bodyPr>
          <a:lstStyle/>
          <a:p>
            <a:pPr>
              <a:spcAft>
                <a:spcPts val="400"/>
              </a:spcAft>
            </a:pPr>
            <a:r>
              <a:rPr kumimoji="1" lang="ja-JP" altLang="en-US" sz="1300" b="1">
                <a:solidFill>
                  <a:srgbClr val="E2368A"/>
                </a:solidFill>
                <a:latin typeface="BIZ UDPゴシック" panose="020B0400000000000000" pitchFamily="50" charset="-128"/>
                <a:ea typeface="BIZ UDPゴシック" panose="020B0400000000000000" pitchFamily="50" charset="-128"/>
              </a:rPr>
              <a:t>成果</a:t>
            </a:r>
          </a:p>
        </p:txBody>
      </p:sp>
      <p:sp>
        <p:nvSpPr>
          <p:cNvPr id="12" name="四角形: 角を丸くする 11">
            <a:extLst>
              <a:ext uri="{FF2B5EF4-FFF2-40B4-BE49-F238E27FC236}">
                <a16:creationId xmlns:a16="http://schemas.microsoft.com/office/drawing/2014/main" id="{F88BF92E-EE8D-4EAF-90AE-606E8B5AF4F5}"/>
              </a:ext>
            </a:extLst>
          </p:cNvPr>
          <p:cNvSpPr/>
          <p:nvPr/>
        </p:nvSpPr>
        <p:spPr>
          <a:xfrm>
            <a:off x="4343400" y="1346200"/>
            <a:ext cx="3505200" cy="4953000"/>
          </a:xfrm>
          <a:prstGeom prst="roundRect">
            <a:avLst>
              <a:gd name="adj" fmla="val 8000"/>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楕円 12">
            <a:extLst>
              <a:ext uri="{FF2B5EF4-FFF2-40B4-BE49-F238E27FC236}">
                <a16:creationId xmlns:a16="http://schemas.microsoft.com/office/drawing/2014/main" id="{2F5E1DFB-00B5-4ED7-A10A-9E8CFD2252D2}"/>
              </a:ext>
            </a:extLst>
          </p:cNvPr>
          <p:cNvSpPr/>
          <p:nvPr/>
        </p:nvSpPr>
        <p:spPr>
          <a:xfrm>
            <a:off x="4572000" y="1524000"/>
            <a:ext cx="508000" cy="508000"/>
          </a:xfrm>
          <a:prstGeom prst="ellipse">
            <a:avLst/>
          </a:prstGeom>
          <a:solidFill>
            <a:srgbClr val="8A4F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400"/>
              </a:spcAft>
            </a:pPr>
            <a:r>
              <a:rPr kumimoji="1" lang="en-US" altLang="ja-JP" b="1">
                <a:solidFill>
                  <a:srgbClr val="FFFFFF"/>
                </a:solidFill>
                <a:latin typeface="BIZ UDPゴシック" panose="020B0400000000000000" pitchFamily="50" charset="-128"/>
                <a:ea typeface="BIZ UDPゴシック" panose="020B0400000000000000" pitchFamily="50" charset="-128"/>
              </a:rPr>
              <a:t>2</a:t>
            </a:r>
            <a:endParaRPr kumimoji="1" lang="ja-JP" altLang="en-US" b="1">
              <a:solidFill>
                <a:srgbClr val="FFFFFF"/>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A3504817-3D0C-49DD-A0C2-A0151DD26BD2}"/>
              </a:ext>
            </a:extLst>
          </p:cNvPr>
          <p:cNvSpPr txBox="1"/>
          <p:nvPr/>
        </p:nvSpPr>
        <p:spPr>
          <a:xfrm>
            <a:off x="5207000" y="1524000"/>
            <a:ext cx="2463800" cy="369332"/>
          </a:xfrm>
          <a:prstGeom prst="rect">
            <a:avLst/>
          </a:prstGeom>
          <a:noFill/>
        </p:spPr>
        <p:txBody>
          <a:bodyPr vert="horz" wrap="square" lIns="0" tIns="0" rIns="0" bIns="0" rtlCol="0" anchor="ctr">
            <a:noAutofit/>
          </a:bodyPr>
          <a:lstStyle/>
          <a:p>
            <a:pPr>
              <a:spcAft>
                <a:spcPts val="400"/>
              </a:spcAft>
            </a:pPr>
            <a:r>
              <a:rPr kumimoji="1" lang="ja-JP" altLang="en-US" sz="1600" b="1">
                <a:solidFill>
                  <a:srgbClr val="2B1F4A"/>
                </a:solidFill>
                <a:latin typeface="BIZ UDPゴシック" panose="020B0400000000000000" pitchFamily="50" charset="-128"/>
                <a:ea typeface="BIZ UDPゴシック" panose="020B0400000000000000" pitchFamily="50" charset="-128"/>
              </a:rPr>
              <a:t>ルールを</a:t>
            </a:r>
            <a:r>
              <a:rPr kumimoji="1" lang="en-US" altLang="ja-JP" sz="1600" b="1">
                <a:solidFill>
                  <a:srgbClr val="2B1F4A"/>
                </a:solidFill>
                <a:latin typeface="BIZ UDPゴシック" panose="020B0400000000000000" pitchFamily="50" charset="-128"/>
                <a:ea typeface="BIZ UDPゴシック" panose="020B0400000000000000" pitchFamily="50" charset="-128"/>
              </a:rPr>
              <a:t>1</a:t>
            </a:r>
            <a:r>
              <a:rPr kumimoji="1" lang="ja-JP" altLang="en-US" sz="1600" b="1">
                <a:solidFill>
                  <a:srgbClr val="2B1F4A"/>
                </a:solidFill>
                <a:latin typeface="BIZ UDPゴシック" panose="020B0400000000000000" pitchFamily="50" charset="-128"/>
                <a:ea typeface="BIZ UDPゴシック" panose="020B0400000000000000" pitchFamily="50" charset="-128"/>
              </a:rPr>
              <a:t>つのファイルに</a:t>
            </a:r>
          </a:p>
        </p:txBody>
      </p:sp>
      <p:sp>
        <p:nvSpPr>
          <p:cNvPr id="15" name="テキスト ボックス 14">
            <a:extLst>
              <a:ext uri="{FF2B5EF4-FFF2-40B4-BE49-F238E27FC236}">
                <a16:creationId xmlns:a16="http://schemas.microsoft.com/office/drawing/2014/main" id="{B9FD1E7A-2242-4EF6-A941-DDFEEB53D2DB}"/>
              </a:ext>
            </a:extLst>
          </p:cNvPr>
          <p:cNvSpPr txBox="1"/>
          <p:nvPr/>
        </p:nvSpPr>
        <p:spPr>
          <a:xfrm>
            <a:off x="4572000" y="2209800"/>
            <a:ext cx="3048000" cy="369332"/>
          </a:xfrm>
          <a:prstGeom prst="rect">
            <a:avLst/>
          </a:prstGeom>
          <a:noFill/>
        </p:spPr>
        <p:txBody>
          <a:bodyPr vert="horz" wrap="square" lIns="0" tIns="0" rIns="0" bIns="0" rtlCol="0" anchor="t">
            <a:noAutofit/>
          </a:bodyPr>
          <a:lstStyle/>
          <a:p>
            <a:pPr>
              <a:spcAft>
                <a:spcPts val="400"/>
              </a:spcAft>
            </a:pPr>
            <a:r>
              <a:rPr kumimoji="1" lang="ja-JP" altLang="en-US" sz="1300" b="1">
                <a:solidFill>
                  <a:srgbClr val="8A4FE0"/>
                </a:solidFill>
                <a:latin typeface="BIZ UDPゴシック" panose="020B0400000000000000" pitchFamily="50" charset="-128"/>
                <a:ea typeface="BIZ UDPゴシック" panose="020B0400000000000000" pitchFamily="50" charset="-128"/>
              </a:rPr>
              <a:t>困ったこと</a:t>
            </a:r>
          </a:p>
        </p:txBody>
      </p:sp>
      <p:sp>
        <p:nvSpPr>
          <p:cNvPr id="16" name="テキスト ボックス 15">
            <a:extLst>
              <a:ext uri="{FF2B5EF4-FFF2-40B4-BE49-F238E27FC236}">
                <a16:creationId xmlns:a16="http://schemas.microsoft.com/office/drawing/2014/main" id="{278BFE1B-026E-4DD9-BD15-452F24F6345D}"/>
              </a:ext>
            </a:extLst>
          </p:cNvPr>
          <p:cNvSpPr txBox="1"/>
          <p:nvPr/>
        </p:nvSpPr>
        <p:spPr>
          <a:xfrm>
            <a:off x="4572000" y="2463800"/>
            <a:ext cx="3048000" cy="470932"/>
          </a:xfrm>
          <a:prstGeom prst="rect">
            <a:avLst/>
          </a:prstGeom>
          <a:noFill/>
        </p:spPr>
        <p:txBody>
          <a:bodyPr vert="horz" wrap="square" lIns="0" tIns="0" rIns="0" bIns="0" rtlCol="0" anchor="t">
            <a:noAutofit/>
          </a:bodyPr>
          <a:lstStyle/>
          <a:p>
            <a:r>
              <a:rPr kumimoji="1" lang="en-US" altLang="ja-JP" sz="1400" dirty="0" err="1">
                <a:solidFill>
                  <a:srgbClr val="2B1F4A"/>
                </a:solidFill>
                <a:latin typeface="BIZ UDPゴシック" panose="020B0400000000000000" pitchFamily="50" charset="-128"/>
                <a:ea typeface="BIZ UDPゴシック" panose="020B0400000000000000" pitchFamily="50" charset="-128"/>
              </a:rPr>
              <a:t>AIはファイルは読めても、班のルールは知らない。プロンプトの型も長かった</a:t>
            </a:r>
            <a:r>
              <a:rPr kumimoji="1" lang="ja-JP" altLang="en-US" sz="1400" dirty="0">
                <a:solidFill>
                  <a:srgbClr val="2B1F4A"/>
                </a:solidFill>
                <a:latin typeface="BIZ UDPゴシック" panose="020B0400000000000000" pitchFamily="50" charset="-128"/>
                <a:ea typeface="BIZ UDPゴシック" panose="020B0400000000000000" pitchFamily="50" charset="-128"/>
              </a:rPr>
              <a:t>。</a:t>
            </a:r>
            <a:endParaRPr kumimoji="1" lang="en-US" altLang="ja-JP" sz="1400" dirty="0">
              <a:solidFill>
                <a:srgbClr val="2B1F4A"/>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58314E62-610C-46F7-AC69-1F09A9AE53CB}"/>
              </a:ext>
            </a:extLst>
          </p:cNvPr>
          <p:cNvSpPr txBox="1"/>
          <p:nvPr/>
        </p:nvSpPr>
        <p:spPr>
          <a:xfrm>
            <a:off x="4572000" y="3263900"/>
            <a:ext cx="3048000" cy="369332"/>
          </a:xfrm>
          <a:prstGeom prst="rect">
            <a:avLst/>
          </a:prstGeom>
          <a:noFill/>
        </p:spPr>
        <p:txBody>
          <a:bodyPr vert="horz" wrap="square" lIns="0" tIns="0" rIns="0" bIns="0" rtlCol="0" anchor="t">
            <a:noAutofit/>
          </a:bodyPr>
          <a:lstStyle/>
          <a:p>
            <a:r>
              <a:rPr kumimoji="1" lang="ja-JP" altLang="en-US" sz="1300" b="1">
                <a:solidFill>
                  <a:srgbClr val="8A4FE0"/>
                </a:solidFill>
                <a:latin typeface="BIZ UDPゴシック" panose="020B0400000000000000" pitchFamily="50" charset="-128"/>
                <a:ea typeface="BIZ UDPゴシック" panose="020B0400000000000000" pitchFamily="50" charset="-128"/>
              </a:rPr>
              <a:t>工夫</a:t>
            </a:r>
          </a:p>
        </p:txBody>
      </p:sp>
      <p:sp>
        <p:nvSpPr>
          <p:cNvPr id="18" name="テキスト ボックス 17">
            <a:extLst>
              <a:ext uri="{FF2B5EF4-FFF2-40B4-BE49-F238E27FC236}">
                <a16:creationId xmlns:a16="http://schemas.microsoft.com/office/drawing/2014/main" id="{5AD25118-E244-4AAA-88D8-87B9BB608B18}"/>
              </a:ext>
            </a:extLst>
          </p:cNvPr>
          <p:cNvSpPr txBox="1"/>
          <p:nvPr/>
        </p:nvSpPr>
        <p:spPr>
          <a:xfrm>
            <a:off x="4572000" y="3517900"/>
            <a:ext cx="3048000" cy="369332"/>
          </a:xfrm>
          <a:prstGeom prst="rect">
            <a:avLst/>
          </a:prstGeom>
          <a:noFill/>
        </p:spPr>
        <p:txBody>
          <a:bodyPr vert="horz" wrap="square" lIns="0" tIns="0" rIns="0" bIns="0" rtlCol="0" anchor="t">
            <a:noAutofit/>
          </a:bodyPr>
          <a:lstStyle/>
          <a:p>
            <a:r>
              <a:rPr kumimoji="1" lang="ja-JP" altLang="en-US" sz="1400" b="1" dirty="0">
                <a:solidFill>
                  <a:srgbClr val="2B1F4A"/>
                </a:solidFill>
                <a:latin typeface="BIZ UDPゴシック" panose="020B0400000000000000" pitchFamily="50" charset="-128"/>
                <a:ea typeface="BIZ UDPゴシック" panose="020B0400000000000000" pitchFamily="50" charset="-128"/>
              </a:rPr>
              <a:t>ルール10か条を「AIへのお願い.md」にまとめ、毎回2行程度で頼んだ。</a:t>
            </a:r>
          </a:p>
          <a:p>
            <a:pPr>
              <a:spcBef>
                <a:spcPts val="900"/>
              </a:spcBef>
            </a:pPr>
            <a:r>
              <a:rPr kumimoji="1" lang="ja-JP" altLang="en-US" sz="1100" b="0" dirty="0">
                <a:solidFill>
                  <a:srgbClr val="6B5B8C"/>
                </a:solidFill>
                <a:latin typeface="BIZ UDPゴシック" panose="020B0400000000000000" pitchFamily="50" charset="-128"/>
                <a:ea typeface="BIZ UDPゴシック" panose="020B0400000000000000" pitchFamily="50" charset="-128"/>
              </a:rPr>
              <a:t>「docs/AIへのお願い.md を読んでから、作業してください。仕様書 3.3 のとおり…（screens.js）」</a:t>
            </a:r>
          </a:p>
        </p:txBody>
      </p:sp>
      <p:sp>
        <p:nvSpPr>
          <p:cNvPr id="19" name="四角形: 角を丸くする 18">
            <a:extLst>
              <a:ext uri="{FF2B5EF4-FFF2-40B4-BE49-F238E27FC236}">
                <a16:creationId xmlns:a16="http://schemas.microsoft.com/office/drawing/2014/main" id="{E8F31E1E-CF5C-4E8D-B683-768FDE583F29}"/>
              </a:ext>
            </a:extLst>
          </p:cNvPr>
          <p:cNvSpPr/>
          <p:nvPr/>
        </p:nvSpPr>
        <p:spPr>
          <a:xfrm>
            <a:off x="4495800" y="5257800"/>
            <a:ext cx="3200400" cy="863600"/>
          </a:xfrm>
          <a:prstGeom prst="roundRect">
            <a:avLst>
              <a:gd name="adj" fmla="val 8000"/>
            </a:avLst>
          </a:prstGeom>
          <a:solidFill>
            <a:srgbClr val="ECE4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152400" tIns="0" rIns="152400" bIns="0" rtlCol="0" anchor="ctr"/>
          <a:lstStyle/>
          <a:p>
            <a:r>
              <a:rPr kumimoji="1" lang="ja-JP" altLang="en-US" sz="1400" b="1" dirty="0">
                <a:solidFill>
                  <a:srgbClr val="2B1F4A"/>
                </a:solidFill>
                <a:latin typeface="BIZ UDPゴシック" panose="020B0400000000000000" pitchFamily="50" charset="-128"/>
                <a:ea typeface="BIZ UDPゴシック" panose="020B0400000000000000" pitchFamily="50" charset="-128"/>
              </a:rPr>
              <a:t>3人・3つのAIで同じルール。担当外のファイルを勝手に書きかえられたのは0回。</a:t>
            </a:r>
          </a:p>
        </p:txBody>
      </p:sp>
      <p:sp>
        <p:nvSpPr>
          <p:cNvPr id="29" name="成果ラベル 29"/>
          <p:cNvSpPr txBox="1"/>
          <p:nvPr/>
        </p:nvSpPr>
        <p:spPr>
          <a:xfrm>
            <a:off x="4572000" y="4953000"/>
            <a:ext cx="3048000" cy="369332"/>
          </a:xfrm>
          <a:prstGeom prst="rect">
            <a:avLst/>
          </a:prstGeom>
          <a:noFill/>
        </p:spPr>
        <p:txBody>
          <a:bodyPr vert="horz" wrap="square" lIns="0" tIns="0" rIns="0" bIns="0" rtlCol="0" anchor="t">
            <a:noAutofit/>
          </a:bodyPr>
          <a:lstStyle/>
          <a:p>
            <a:pPr>
              <a:spcAft>
                <a:spcPts val="400"/>
              </a:spcAft>
            </a:pPr>
            <a:r>
              <a:rPr kumimoji="1" lang="ja-JP" altLang="en-US" sz="1300" b="1">
                <a:solidFill>
                  <a:srgbClr val="8A4FE0"/>
                </a:solidFill>
                <a:latin typeface="BIZ UDPゴシック" panose="020B0400000000000000" pitchFamily="50" charset="-128"/>
                <a:ea typeface="BIZ UDPゴシック" panose="020B0400000000000000" pitchFamily="50" charset="-128"/>
              </a:rPr>
              <a:t>成果</a:t>
            </a:r>
          </a:p>
        </p:txBody>
      </p:sp>
      <p:sp>
        <p:nvSpPr>
          <p:cNvPr id="20" name="四角形: 角を丸くする 19">
            <a:extLst>
              <a:ext uri="{FF2B5EF4-FFF2-40B4-BE49-F238E27FC236}">
                <a16:creationId xmlns:a16="http://schemas.microsoft.com/office/drawing/2014/main" id="{8144B54B-05FE-4CE3-8E5D-C0A8A2C8C8F7}"/>
              </a:ext>
            </a:extLst>
          </p:cNvPr>
          <p:cNvSpPr/>
          <p:nvPr/>
        </p:nvSpPr>
        <p:spPr>
          <a:xfrm>
            <a:off x="8077200" y="1346200"/>
            <a:ext cx="3505200" cy="4953000"/>
          </a:xfrm>
          <a:prstGeom prst="roundRect">
            <a:avLst>
              <a:gd name="adj" fmla="val 8000"/>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楕円 20">
            <a:extLst>
              <a:ext uri="{FF2B5EF4-FFF2-40B4-BE49-F238E27FC236}">
                <a16:creationId xmlns:a16="http://schemas.microsoft.com/office/drawing/2014/main" id="{C2AAA889-DA01-424D-911B-3CF530A4B87C}"/>
              </a:ext>
            </a:extLst>
          </p:cNvPr>
          <p:cNvSpPr/>
          <p:nvPr/>
        </p:nvSpPr>
        <p:spPr>
          <a:xfrm>
            <a:off x="8305800" y="1524000"/>
            <a:ext cx="508000" cy="508000"/>
          </a:xfrm>
          <a:prstGeom prst="ellipse">
            <a:avLst/>
          </a:prstGeom>
          <a:solidFill>
            <a:srgbClr val="1F9C7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400"/>
              </a:spcAft>
            </a:pPr>
            <a:r>
              <a:rPr kumimoji="1" lang="en-US" altLang="ja-JP" b="1">
                <a:solidFill>
                  <a:srgbClr val="FFFFFF"/>
                </a:solidFill>
                <a:latin typeface="BIZ UDPゴシック" panose="020B0400000000000000" pitchFamily="50" charset="-128"/>
                <a:ea typeface="BIZ UDPゴシック" panose="020B0400000000000000" pitchFamily="50" charset="-128"/>
              </a:rPr>
              <a:t>3</a:t>
            </a:r>
            <a:endParaRPr kumimoji="1" lang="ja-JP" altLang="en-US" b="1">
              <a:solidFill>
                <a:srgbClr val="FFFFFF"/>
              </a:solidFill>
              <a:latin typeface="BIZ UDPゴシック" panose="020B0400000000000000" pitchFamily="50" charset="-128"/>
              <a:ea typeface="BIZ UDPゴシック" panose="020B0400000000000000" pitchFamily="50" charset="-128"/>
            </a:endParaRPr>
          </a:p>
        </p:txBody>
      </p:sp>
      <p:sp>
        <p:nvSpPr>
          <p:cNvPr id="22" name="テキスト ボックス 21">
            <a:extLst>
              <a:ext uri="{FF2B5EF4-FFF2-40B4-BE49-F238E27FC236}">
                <a16:creationId xmlns:a16="http://schemas.microsoft.com/office/drawing/2014/main" id="{960CD2CD-CFDD-4CB6-A5FF-7D092CB17E80}"/>
              </a:ext>
            </a:extLst>
          </p:cNvPr>
          <p:cNvSpPr txBox="1"/>
          <p:nvPr/>
        </p:nvSpPr>
        <p:spPr>
          <a:xfrm>
            <a:off x="8940800" y="1524000"/>
            <a:ext cx="2463800" cy="369332"/>
          </a:xfrm>
          <a:prstGeom prst="rect">
            <a:avLst/>
          </a:prstGeom>
          <a:noFill/>
        </p:spPr>
        <p:txBody>
          <a:bodyPr vert="horz" wrap="square" lIns="0" tIns="0" rIns="0" bIns="0" rtlCol="0" anchor="ctr">
            <a:noAutofit/>
          </a:bodyPr>
          <a:lstStyle/>
          <a:p>
            <a:r>
              <a:rPr kumimoji="1" lang="ja-JP" altLang="en-US" sz="1600" b="1">
                <a:solidFill>
                  <a:srgbClr val="2B1F4A"/>
                </a:solidFill>
                <a:latin typeface="BIZ UDPゴシック" panose="020B0400000000000000" pitchFamily="50" charset="-128"/>
                <a:ea typeface="BIZ UDPゴシック" panose="020B0400000000000000" pitchFamily="50" charset="-128"/>
              </a:rPr>
              <a:t>AIの答えは、確かめる</a:t>
            </a:r>
          </a:p>
        </p:txBody>
      </p:sp>
      <p:sp>
        <p:nvSpPr>
          <p:cNvPr id="23" name="テキスト ボックス 22">
            <a:extLst>
              <a:ext uri="{FF2B5EF4-FFF2-40B4-BE49-F238E27FC236}">
                <a16:creationId xmlns:a16="http://schemas.microsoft.com/office/drawing/2014/main" id="{CBF88D13-702F-4CDB-89CB-22B21EB5324E}"/>
              </a:ext>
            </a:extLst>
          </p:cNvPr>
          <p:cNvSpPr txBox="1"/>
          <p:nvPr/>
        </p:nvSpPr>
        <p:spPr>
          <a:xfrm>
            <a:off x="8305800" y="2209800"/>
            <a:ext cx="3048000" cy="369332"/>
          </a:xfrm>
          <a:prstGeom prst="rect">
            <a:avLst/>
          </a:prstGeom>
          <a:noFill/>
        </p:spPr>
        <p:txBody>
          <a:bodyPr vert="horz" wrap="square" lIns="0" tIns="0" rIns="0" bIns="0" rtlCol="0" anchor="t">
            <a:noAutofit/>
          </a:bodyPr>
          <a:lstStyle/>
          <a:p>
            <a:pPr>
              <a:spcAft>
                <a:spcPts val="400"/>
              </a:spcAft>
            </a:pPr>
            <a:r>
              <a:rPr kumimoji="1" lang="ja-JP" altLang="en-US" sz="1300" b="1">
                <a:solidFill>
                  <a:srgbClr val="1F9C74"/>
                </a:solidFill>
                <a:latin typeface="BIZ UDPゴシック" panose="020B0400000000000000" pitchFamily="50" charset="-128"/>
                <a:ea typeface="BIZ UDPゴシック" panose="020B0400000000000000" pitchFamily="50" charset="-128"/>
              </a:rPr>
              <a:t>困ったこと</a:t>
            </a:r>
          </a:p>
        </p:txBody>
      </p:sp>
      <p:sp>
        <p:nvSpPr>
          <p:cNvPr id="24" name="テキスト ボックス 23">
            <a:extLst>
              <a:ext uri="{FF2B5EF4-FFF2-40B4-BE49-F238E27FC236}">
                <a16:creationId xmlns:a16="http://schemas.microsoft.com/office/drawing/2014/main" id="{58A2C99F-2A4C-46C9-902F-5326BA727578}"/>
              </a:ext>
            </a:extLst>
          </p:cNvPr>
          <p:cNvSpPr txBox="1"/>
          <p:nvPr/>
        </p:nvSpPr>
        <p:spPr>
          <a:xfrm>
            <a:off x="8305800" y="2463800"/>
            <a:ext cx="3048000" cy="369332"/>
          </a:xfrm>
          <a:prstGeom prst="rect">
            <a:avLst/>
          </a:prstGeom>
          <a:noFill/>
        </p:spPr>
        <p:txBody>
          <a:bodyPr vert="horz" wrap="square" lIns="0" tIns="0" rIns="0" bIns="0" rtlCol="0" anchor="t">
            <a:noAutofit/>
          </a:bodyPr>
          <a:lstStyle/>
          <a:p>
            <a:r>
              <a:rPr kumimoji="1" lang="en-US" altLang="ja-JP" sz="1400" dirty="0" err="1">
                <a:solidFill>
                  <a:srgbClr val="2B1F4A"/>
                </a:solidFill>
                <a:latin typeface="BIZ UDPゴシック" panose="020B0400000000000000" pitchFamily="50" charset="-128"/>
                <a:ea typeface="BIZ UDPゴシック" panose="020B0400000000000000" pitchFamily="50" charset="-128"/>
              </a:rPr>
              <a:t>天国と地獄の最後を歌って伝えたら、AIが原曲にない作り話の曲を作った</a:t>
            </a:r>
            <a:r>
              <a:rPr kumimoji="1" lang="ja-JP" altLang="en-US" sz="1400" dirty="0">
                <a:solidFill>
                  <a:srgbClr val="2B1F4A"/>
                </a:solidFill>
                <a:latin typeface="BIZ UDPゴシック" panose="020B0400000000000000" pitchFamily="50" charset="-128"/>
                <a:ea typeface="BIZ UDPゴシック" panose="020B0400000000000000" pitchFamily="50" charset="-128"/>
              </a:rPr>
              <a:t>。</a:t>
            </a:r>
            <a:endParaRPr kumimoji="1" lang="en-US" altLang="ja-JP" sz="1400" dirty="0">
              <a:solidFill>
                <a:srgbClr val="2B1F4A"/>
              </a:solidFill>
              <a:latin typeface="BIZ UDPゴシック" panose="020B0400000000000000" pitchFamily="50" charset="-128"/>
              <a:ea typeface="BIZ UDPゴシック" panose="020B0400000000000000" pitchFamily="50" charset="-128"/>
            </a:endParaRPr>
          </a:p>
        </p:txBody>
      </p:sp>
      <p:sp>
        <p:nvSpPr>
          <p:cNvPr id="25" name="テキスト ボックス 24">
            <a:extLst>
              <a:ext uri="{FF2B5EF4-FFF2-40B4-BE49-F238E27FC236}">
                <a16:creationId xmlns:a16="http://schemas.microsoft.com/office/drawing/2014/main" id="{80B41A0D-03EB-4F1A-B79D-AF3E67E593BB}"/>
              </a:ext>
            </a:extLst>
          </p:cNvPr>
          <p:cNvSpPr txBox="1"/>
          <p:nvPr/>
        </p:nvSpPr>
        <p:spPr>
          <a:xfrm>
            <a:off x="8305800" y="3263900"/>
            <a:ext cx="3048000" cy="369332"/>
          </a:xfrm>
          <a:prstGeom prst="rect">
            <a:avLst/>
          </a:prstGeom>
          <a:noFill/>
        </p:spPr>
        <p:txBody>
          <a:bodyPr vert="horz" wrap="square" lIns="0" tIns="0" rIns="0" bIns="0" rtlCol="0" anchor="t">
            <a:noAutofit/>
          </a:bodyPr>
          <a:lstStyle/>
          <a:p>
            <a:r>
              <a:rPr kumimoji="1" lang="ja-JP" altLang="en-US" sz="1300" b="1">
                <a:solidFill>
                  <a:srgbClr val="1F9C74"/>
                </a:solidFill>
                <a:latin typeface="BIZ UDPゴシック" panose="020B0400000000000000" pitchFamily="50" charset="-128"/>
                <a:ea typeface="BIZ UDPゴシック" panose="020B0400000000000000" pitchFamily="50" charset="-128"/>
              </a:rPr>
              <a:t>工夫</a:t>
            </a:r>
          </a:p>
        </p:txBody>
      </p:sp>
      <p:sp>
        <p:nvSpPr>
          <p:cNvPr id="26" name="テキスト ボックス 25">
            <a:extLst>
              <a:ext uri="{FF2B5EF4-FFF2-40B4-BE49-F238E27FC236}">
                <a16:creationId xmlns:a16="http://schemas.microsoft.com/office/drawing/2014/main" id="{953FA73B-793A-4692-BBD9-B5426F62F0E2}"/>
              </a:ext>
            </a:extLst>
          </p:cNvPr>
          <p:cNvSpPr txBox="1"/>
          <p:nvPr/>
        </p:nvSpPr>
        <p:spPr>
          <a:xfrm>
            <a:off x="8305800" y="3517900"/>
            <a:ext cx="3048000" cy="369332"/>
          </a:xfrm>
          <a:prstGeom prst="rect">
            <a:avLst/>
          </a:prstGeom>
          <a:noFill/>
        </p:spPr>
        <p:txBody>
          <a:bodyPr vert="horz" wrap="square" lIns="0" tIns="0" rIns="0" bIns="0" rtlCol="0" anchor="t">
            <a:noAutofit/>
          </a:bodyPr>
          <a:lstStyle/>
          <a:p>
            <a:r>
              <a:rPr kumimoji="1" lang="ja-JP" altLang="en-US" sz="1400" b="1" dirty="0">
                <a:solidFill>
                  <a:srgbClr val="2B1F4A"/>
                </a:solidFill>
                <a:latin typeface="BIZ UDPゴシック" panose="020B0400000000000000" pitchFamily="50" charset="-128"/>
                <a:ea typeface="BIZ UDPゴシック" panose="020B0400000000000000" pitchFamily="50" charset="-128"/>
              </a:rPr>
              <a:t>楽譜を探させ、最後は人の耳で確かめた。</a:t>
            </a:r>
          </a:p>
          <a:p>
            <a:pPr>
              <a:spcBef>
                <a:spcPts val="900"/>
              </a:spcBef>
            </a:pPr>
            <a:r>
              <a:rPr kumimoji="1" lang="ja-JP" altLang="en-US" sz="1100" b="0" dirty="0">
                <a:solidFill>
                  <a:srgbClr val="6B5B8C"/>
                </a:solidFill>
                <a:latin typeface="BIZ UDPゴシック" panose="020B0400000000000000" pitchFamily="50" charset="-128"/>
                <a:ea typeface="BIZ UDPゴシック" panose="020B0400000000000000" pitchFamily="50" charset="-128"/>
              </a:rPr>
              <a:t>「大筋はいいと思うんだけど。やっぱり原曲でちゃんとしたのを探してきて聴いてそれを反映してほしい」</a:t>
            </a:r>
          </a:p>
        </p:txBody>
      </p:sp>
      <p:sp>
        <p:nvSpPr>
          <p:cNvPr id="27" name="四角形: 角を丸くする 26">
            <a:extLst>
              <a:ext uri="{FF2B5EF4-FFF2-40B4-BE49-F238E27FC236}">
                <a16:creationId xmlns:a16="http://schemas.microsoft.com/office/drawing/2014/main" id="{39C78553-80D2-4942-BCE3-B46BC9005203}"/>
              </a:ext>
            </a:extLst>
          </p:cNvPr>
          <p:cNvSpPr/>
          <p:nvPr/>
        </p:nvSpPr>
        <p:spPr>
          <a:xfrm>
            <a:off x="8229600" y="5257800"/>
            <a:ext cx="3200400" cy="863600"/>
          </a:xfrm>
          <a:prstGeom prst="roundRect">
            <a:avLst>
              <a:gd name="adj" fmla="val 8000"/>
            </a:avLst>
          </a:prstGeom>
          <a:solidFill>
            <a:srgbClr val="DDF3E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152400" tIns="0" rIns="152400" bIns="0" rtlCol="0" anchor="ctr"/>
          <a:lstStyle/>
          <a:p>
            <a:r>
              <a:rPr kumimoji="1" lang="ja-JP" altLang="en-US" sz="1400" b="1" dirty="0">
                <a:solidFill>
                  <a:srgbClr val="2B1F4A"/>
                </a:solidFill>
                <a:latin typeface="BIZ UDPゴシック" panose="020B0400000000000000" pitchFamily="50" charset="-128"/>
                <a:ea typeface="BIZ UDPゴシック" panose="020B0400000000000000" pitchFamily="50" charset="-128"/>
              </a:rPr>
              <a:t>「7小節目のレはいらない」と伝えて1回で直った。2人から「これでOK」</a:t>
            </a:r>
          </a:p>
        </p:txBody>
      </p:sp>
      <p:sp>
        <p:nvSpPr>
          <p:cNvPr id="30" name="成果ラベル 30"/>
          <p:cNvSpPr txBox="1"/>
          <p:nvPr/>
        </p:nvSpPr>
        <p:spPr>
          <a:xfrm>
            <a:off x="8305800" y="4953000"/>
            <a:ext cx="3048000" cy="369332"/>
          </a:xfrm>
          <a:prstGeom prst="rect">
            <a:avLst/>
          </a:prstGeom>
          <a:noFill/>
        </p:spPr>
        <p:txBody>
          <a:bodyPr vert="horz" wrap="square" lIns="0" tIns="0" rIns="0" bIns="0" rtlCol="0" anchor="t">
            <a:noAutofit/>
          </a:bodyPr>
          <a:lstStyle/>
          <a:p>
            <a:pPr>
              <a:spcAft>
                <a:spcPts val="400"/>
              </a:spcAft>
            </a:pPr>
            <a:r>
              <a:rPr kumimoji="1" lang="ja-JP" altLang="en-US" sz="1300" b="1">
                <a:solidFill>
                  <a:srgbClr val="1F9C74"/>
                </a:solidFill>
                <a:latin typeface="BIZ UDPゴシック" panose="020B0400000000000000" pitchFamily="50" charset="-128"/>
                <a:ea typeface="BIZ UDPゴシック" panose="020B0400000000000000" pitchFamily="50" charset="-128"/>
              </a:rPr>
              <a:t>成果</a:t>
            </a:r>
          </a:p>
        </p:txBody>
      </p:sp>
    </p:spTree>
    <p:extLst>
      <p:ext uri="{BB962C8B-B14F-4D97-AF65-F5344CB8AC3E}">
        <p14:creationId xmlns:p14="http://schemas.microsoft.com/office/powerpoint/2010/main" val="19469208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2B1F4A"/>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81D7FE7-2CC4-4102-83FF-BA828B878785}"/>
              </a:ext>
            </a:extLst>
          </p:cNvPr>
          <p:cNvSpPr txBox="1"/>
          <p:nvPr/>
        </p:nvSpPr>
        <p:spPr>
          <a:xfrm>
            <a:off x="609600" y="381000"/>
            <a:ext cx="10972800" cy="369332"/>
          </a:xfrm>
          <a:prstGeom prst="rect">
            <a:avLst/>
          </a:prstGeom>
          <a:noFill/>
        </p:spPr>
        <p:txBody>
          <a:bodyPr vert="horz" wrap="square" lIns="0" tIns="0" rIns="0" bIns="0" rtlCol="0" anchor="ctr">
            <a:noAutofit/>
          </a:bodyPr>
          <a:lstStyle/>
          <a:p>
            <a:pPr>
              <a:spcAft>
                <a:spcPts val="400"/>
              </a:spcAft>
            </a:pPr>
            <a:r>
              <a:rPr kumimoji="1" lang="ja-JP" altLang="en-US" sz="3000" b="1">
                <a:solidFill>
                  <a:srgbClr val="FFFFFF"/>
                </a:solidFill>
                <a:latin typeface="BIZ UDPゴシック" panose="020B0400000000000000" pitchFamily="50" charset="-128"/>
                <a:ea typeface="BIZ UDPゴシック" panose="020B0400000000000000" pitchFamily="50" charset="-128"/>
              </a:rPr>
              <a:t>チーム開発の振り返り</a:t>
            </a:r>
          </a:p>
        </p:txBody>
      </p:sp>
      <p:sp>
        <p:nvSpPr>
          <p:cNvPr id="3" name="四角形: 角を丸くする 2">
            <a:extLst>
              <a:ext uri="{FF2B5EF4-FFF2-40B4-BE49-F238E27FC236}">
                <a16:creationId xmlns:a16="http://schemas.microsoft.com/office/drawing/2014/main" id="{D1664B02-BBD3-44CC-8ACF-48BE9E52B106}"/>
              </a:ext>
            </a:extLst>
          </p:cNvPr>
          <p:cNvSpPr/>
          <p:nvPr/>
        </p:nvSpPr>
        <p:spPr>
          <a:xfrm>
            <a:off x="609600" y="1219200"/>
            <a:ext cx="7112000" cy="5130800"/>
          </a:xfrm>
          <a:prstGeom prst="roundRect">
            <a:avLst>
              <a:gd name="adj" fmla="val 8000"/>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B49E7E11-DE3B-42D1-ACD8-FBBC0E2B2EA0}"/>
              </a:ext>
            </a:extLst>
          </p:cNvPr>
          <p:cNvSpPr txBox="1"/>
          <p:nvPr/>
        </p:nvSpPr>
        <p:spPr>
          <a:xfrm>
            <a:off x="965200" y="1524000"/>
            <a:ext cx="6400800" cy="369332"/>
          </a:xfrm>
          <a:prstGeom prst="rect">
            <a:avLst/>
          </a:prstGeom>
          <a:noFill/>
        </p:spPr>
        <p:txBody>
          <a:bodyPr vert="horz" wrap="square" lIns="0" tIns="0" rIns="0" bIns="0" rtlCol="0" anchor="t">
            <a:noAutofit/>
          </a:bodyPr>
          <a:lstStyle/>
          <a:p>
            <a:pPr>
              <a:spcAft>
                <a:spcPts val="400"/>
              </a:spcAft>
            </a:pPr>
            <a:r>
              <a:rPr kumimoji="1" lang="ja-JP" altLang="en-US" sz="2000" b="1">
                <a:solidFill>
                  <a:srgbClr val="E2368A"/>
                </a:solidFill>
                <a:latin typeface="BIZ UDPゴシック" panose="020B0400000000000000" pitchFamily="50" charset="-128"/>
                <a:ea typeface="BIZ UDPゴシック" panose="020B0400000000000000" pitchFamily="50" charset="-128"/>
              </a:rPr>
              <a:t>学び・気づき（</a:t>
            </a:r>
            <a:r>
              <a:rPr kumimoji="1" lang="en-US" altLang="ja-JP" sz="2000" b="1">
                <a:solidFill>
                  <a:srgbClr val="E2368A"/>
                </a:solidFill>
                <a:latin typeface="BIZ UDPゴシック" panose="020B0400000000000000" pitchFamily="50" charset="-128"/>
                <a:ea typeface="BIZ UDPゴシック" panose="020B0400000000000000" pitchFamily="50" charset="-128"/>
              </a:rPr>
              <a:t>3</a:t>
            </a:r>
            <a:r>
              <a:rPr kumimoji="1" lang="ja-JP" altLang="en-US" sz="2000" b="1">
                <a:solidFill>
                  <a:srgbClr val="E2368A"/>
                </a:solidFill>
                <a:latin typeface="BIZ UDPゴシック" panose="020B0400000000000000" pitchFamily="50" charset="-128"/>
                <a:ea typeface="BIZ UDPゴシック" panose="020B0400000000000000" pitchFamily="50" charset="-128"/>
              </a:rPr>
              <a:t>人共通）</a:t>
            </a:r>
          </a:p>
        </p:txBody>
      </p:sp>
      <p:sp>
        <p:nvSpPr>
          <p:cNvPr id="5" name="テキスト ボックス 4">
            <a:extLst>
              <a:ext uri="{FF2B5EF4-FFF2-40B4-BE49-F238E27FC236}">
                <a16:creationId xmlns:a16="http://schemas.microsoft.com/office/drawing/2014/main" id="{46C15EF9-4473-41EA-8B18-4F70244444CE}"/>
              </a:ext>
            </a:extLst>
          </p:cNvPr>
          <p:cNvSpPr txBox="1"/>
          <p:nvPr/>
        </p:nvSpPr>
        <p:spPr>
          <a:xfrm>
            <a:off x="965200" y="2159000"/>
            <a:ext cx="6400800" cy="369332"/>
          </a:xfrm>
          <a:prstGeom prst="rect">
            <a:avLst/>
          </a:prstGeom>
          <a:noFill/>
        </p:spPr>
        <p:txBody>
          <a:bodyPr vert="horz" wrap="square" lIns="0" tIns="0" rIns="0" bIns="0" rtlCol="0" anchor="t">
            <a:noAutofit/>
          </a:bodyPr>
          <a:lstStyle/>
          <a:p>
            <a:pPr marL="457200" indent="-457200">
              <a:spcAft>
                <a:spcPts val="2800"/>
              </a:spcAft>
              <a:buFont typeface="+mj-lt"/>
              <a:buChar char="•"/>
            </a:pPr>
            <a:r>
              <a:rPr kumimoji="1" lang="ja-JP" altLang="en-US" sz="2100" b="1" dirty="0">
                <a:solidFill>
                  <a:srgbClr val="2B1F4A"/>
                </a:solidFill>
                <a:latin typeface="BIZ UDPゴシック" panose="020B0400000000000000" pitchFamily="50" charset="-128"/>
                <a:ea typeface="BIZ UDPゴシック" panose="020B0400000000000000" pitchFamily="50" charset="-128"/>
              </a:rPr>
              <a:t>技術がわかっているからこそ、</a:t>
            </a:r>
            <a:r>
              <a:rPr kumimoji="1" lang="en-US" altLang="ja-JP" sz="2100" b="1" dirty="0">
                <a:solidFill>
                  <a:srgbClr val="2B1F4A"/>
                </a:solidFill>
                <a:latin typeface="BIZ UDPゴシック" panose="020B0400000000000000" pitchFamily="50" charset="-128"/>
                <a:ea typeface="BIZ UDPゴシック" panose="020B0400000000000000" pitchFamily="50" charset="-128"/>
              </a:rPr>
              <a:t>AI</a:t>
            </a:r>
            <a:r>
              <a:rPr kumimoji="1" lang="ja-JP" altLang="en-US" sz="2100" b="1" dirty="0">
                <a:solidFill>
                  <a:srgbClr val="2B1F4A"/>
                </a:solidFill>
                <a:latin typeface="BIZ UDPゴシック" panose="020B0400000000000000" pitchFamily="50" charset="-128"/>
                <a:ea typeface="BIZ UDPゴシック" panose="020B0400000000000000" pitchFamily="50" charset="-128"/>
              </a:rPr>
              <a:t>に適切に頼めて、直すこともできた</a:t>
            </a:r>
          </a:p>
          <a:p>
            <a:pPr marL="457200" indent="-457200">
              <a:spcAft>
                <a:spcPts val="2800"/>
              </a:spcAft>
              <a:buFont typeface="+mj-lt"/>
              <a:buChar char="•"/>
            </a:pPr>
            <a:r>
              <a:rPr kumimoji="1" lang="en-US" altLang="ja-JP" sz="2100" b="1" dirty="0">
                <a:solidFill>
                  <a:srgbClr val="2B1F4A"/>
                </a:solidFill>
                <a:latin typeface="BIZ UDPゴシック" panose="020B0400000000000000" pitchFamily="50" charset="-128"/>
                <a:ea typeface="BIZ UDPゴシック" panose="020B0400000000000000" pitchFamily="50" charset="-128"/>
              </a:rPr>
              <a:t>AI</a:t>
            </a:r>
            <a:r>
              <a:rPr kumimoji="1" lang="ja-JP" altLang="en-US" sz="2100" b="1" dirty="0">
                <a:solidFill>
                  <a:srgbClr val="2B1F4A"/>
                </a:solidFill>
                <a:latin typeface="BIZ UDPゴシック" panose="020B0400000000000000" pitchFamily="50" charset="-128"/>
                <a:ea typeface="BIZ UDPゴシック" panose="020B0400000000000000" pitchFamily="50" charset="-128"/>
              </a:rPr>
              <a:t>のおすすめや「できました」は、そのまま使わず、遊んで・見て・比べて人が決める</a:t>
            </a:r>
          </a:p>
          <a:p>
            <a:pPr marL="457200" indent="-457200">
              <a:spcAft>
                <a:spcPts val="2800"/>
              </a:spcAft>
              <a:buFont typeface="+mj-lt"/>
              <a:buChar char="•"/>
            </a:pPr>
            <a:r>
              <a:rPr kumimoji="1" lang="en-US" altLang="ja-JP" sz="2100" b="1" dirty="0">
                <a:solidFill>
                  <a:srgbClr val="2B1F4A"/>
                </a:solidFill>
                <a:latin typeface="BIZ UDPゴシック" panose="020B0400000000000000" pitchFamily="50" charset="-128"/>
                <a:ea typeface="BIZ UDPゴシック" panose="020B0400000000000000" pitchFamily="50" charset="-128"/>
              </a:rPr>
              <a:t>1</a:t>
            </a:r>
            <a:r>
              <a:rPr kumimoji="1" lang="ja-JP" altLang="en-US" sz="2100" b="1" dirty="0">
                <a:solidFill>
                  <a:srgbClr val="2B1F4A"/>
                </a:solidFill>
                <a:latin typeface="BIZ UDPゴシック" panose="020B0400000000000000" pitchFamily="50" charset="-128"/>
                <a:ea typeface="BIZ UDPゴシック" panose="020B0400000000000000" pitchFamily="50" charset="-128"/>
              </a:rPr>
              <a:t>人で作るより、</a:t>
            </a:r>
            <a:r>
              <a:rPr kumimoji="1" lang="en-US" altLang="ja-JP" sz="2100" b="1" dirty="0">
                <a:solidFill>
                  <a:srgbClr val="2B1F4A"/>
                </a:solidFill>
                <a:latin typeface="BIZ UDPゴシック" panose="020B0400000000000000" pitchFamily="50" charset="-128"/>
                <a:ea typeface="BIZ UDPゴシック" panose="020B0400000000000000" pitchFamily="50" charset="-128"/>
              </a:rPr>
              <a:t>3</a:t>
            </a:r>
            <a:r>
              <a:rPr kumimoji="1" lang="ja-JP" altLang="en-US" sz="2100" b="1" dirty="0">
                <a:solidFill>
                  <a:srgbClr val="2B1F4A"/>
                </a:solidFill>
                <a:latin typeface="BIZ UDPゴシック" panose="020B0400000000000000" pitchFamily="50" charset="-128"/>
                <a:ea typeface="BIZ UDPゴシック" panose="020B0400000000000000" pitchFamily="50" charset="-128"/>
              </a:rPr>
              <a:t>人の制作物が集まって、大きなものができた</a:t>
            </a:r>
          </a:p>
        </p:txBody>
      </p:sp>
      <p:sp>
        <p:nvSpPr>
          <p:cNvPr id="6" name="テキスト ボックス 5">
            <a:extLst>
              <a:ext uri="{FF2B5EF4-FFF2-40B4-BE49-F238E27FC236}">
                <a16:creationId xmlns:a16="http://schemas.microsoft.com/office/drawing/2014/main" id="{4032B312-9151-44AF-8DBD-DDD93D163908}"/>
              </a:ext>
            </a:extLst>
          </p:cNvPr>
          <p:cNvSpPr txBox="1"/>
          <p:nvPr/>
        </p:nvSpPr>
        <p:spPr>
          <a:xfrm>
            <a:off x="8026400" y="939800"/>
            <a:ext cx="3556000" cy="369332"/>
          </a:xfrm>
          <a:prstGeom prst="rect">
            <a:avLst/>
          </a:prstGeom>
          <a:noFill/>
        </p:spPr>
        <p:txBody>
          <a:bodyPr vert="horz" wrap="square" lIns="0" tIns="0" rIns="0" bIns="0" rtlCol="0" anchor="t">
            <a:noAutofit/>
          </a:bodyPr>
          <a:lstStyle/>
          <a:p>
            <a:pPr>
              <a:spcAft>
                <a:spcPts val="400"/>
              </a:spcAft>
            </a:pPr>
            <a:r>
              <a:rPr kumimoji="1" lang="ja-JP" altLang="en-US" sz="1200" b="1">
                <a:solidFill>
                  <a:srgbClr val="B9A6F0"/>
                </a:solidFill>
                <a:latin typeface="BIZ UDPゴシック" panose="020B0400000000000000" pitchFamily="50" charset="-128"/>
                <a:ea typeface="BIZ UDPゴシック" panose="020B0400000000000000" pitchFamily="50" charset="-128"/>
              </a:rPr>
              <a:t>数で見る開発（</a:t>
            </a:r>
            <a:r>
              <a:rPr kumimoji="1" lang="en-US" altLang="ja-JP" sz="1200" b="1">
                <a:solidFill>
                  <a:srgbClr val="B9A6F0"/>
                </a:solidFill>
                <a:latin typeface="BIZ UDPゴシック" panose="020B0400000000000000" pitchFamily="50" charset="-128"/>
                <a:ea typeface="BIZ UDPゴシック" panose="020B0400000000000000" pitchFamily="50" charset="-128"/>
              </a:rPr>
              <a:t>10/22 </a:t>
            </a:r>
            <a:r>
              <a:rPr kumimoji="1" lang="ja-JP" altLang="en-US" sz="1200" b="1">
                <a:solidFill>
                  <a:srgbClr val="B9A6F0"/>
                </a:solidFill>
                <a:latin typeface="BIZ UDPゴシック" panose="020B0400000000000000" pitchFamily="50" charset="-128"/>
                <a:ea typeface="BIZ UDPゴシック" panose="020B0400000000000000" pitchFamily="50" charset="-128"/>
              </a:rPr>
              <a:t>時点）</a:t>
            </a:r>
          </a:p>
        </p:txBody>
      </p:sp>
      <p:sp>
        <p:nvSpPr>
          <p:cNvPr id="7" name="四角形: 角を丸くする 6">
            <a:extLst>
              <a:ext uri="{FF2B5EF4-FFF2-40B4-BE49-F238E27FC236}">
                <a16:creationId xmlns:a16="http://schemas.microsoft.com/office/drawing/2014/main" id="{AC2813D3-F7D2-4F39-AC7A-03E14590E45D}"/>
              </a:ext>
            </a:extLst>
          </p:cNvPr>
          <p:cNvSpPr/>
          <p:nvPr/>
        </p:nvSpPr>
        <p:spPr>
          <a:xfrm>
            <a:off x="8026400" y="1219200"/>
            <a:ext cx="3556000" cy="1168400"/>
          </a:xfrm>
          <a:prstGeom prst="roundRect">
            <a:avLst>
              <a:gd name="adj" fmla="val 8000"/>
            </a:avLst>
          </a:prstGeom>
          <a:solidFill>
            <a:srgbClr val="3A2D5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274F41F8-02F2-499E-83A7-B81AF5463A22}"/>
              </a:ext>
            </a:extLst>
          </p:cNvPr>
          <p:cNvSpPr txBox="1"/>
          <p:nvPr/>
        </p:nvSpPr>
        <p:spPr>
          <a:xfrm>
            <a:off x="8280400" y="1473200"/>
            <a:ext cx="1524000" cy="369332"/>
          </a:xfrm>
          <a:prstGeom prst="rect">
            <a:avLst/>
          </a:prstGeom>
          <a:noFill/>
        </p:spPr>
        <p:txBody>
          <a:bodyPr vert="horz" wrap="square" lIns="0" tIns="0" rIns="0" bIns="0" rtlCol="0" anchor="t">
            <a:noAutofit/>
          </a:bodyPr>
          <a:lstStyle/>
          <a:p>
            <a:pPr>
              <a:spcAft>
                <a:spcPts val="400"/>
              </a:spcAft>
            </a:pPr>
            <a:r>
              <a:rPr kumimoji="1" lang="en-US" altLang="ja-JP" sz="4000" b="1">
                <a:solidFill>
                  <a:srgbClr val="F7B6D2"/>
                </a:solidFill>
                <a:latin typeface="BIZ UDPゴシック" panose="020B0400000000000000" pitchFamily="50" charset="-128"/>
                <a:ea typeface="BIZ UDPゴシック" panose="020B0400000000000000" pitchFamily="50" charset="-128"/>
              </a:rPr>
              <a:t>131</a:t>
            </a:r>
            <a:endParaRPr kumimoji="1" lang="ja-JP" altLang="en-US" sz="4000" b="1">
              <a:solidFill>
                <a:srgbClr val="F7B6D2"/>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028CB894-C0A4-4695-93DC-D96BE76646A8}"/>
              </a:ext>
            </a:extLst>
          </p:cNvPr>
          <p:cNvSpPr txBox="1"/>
          <p:nvPr/>
        </p:nvSpPr>
        <p:spPr>
          <a:xfrm>
            <a:off x="9804400" y="1676400"/>
            <a:ext cx="1625600" cy="369332"/>
          </a:xfrm>
          <a:prstGeom prst="rect">
            <a:avLst/>
          </a:prstGeom>
          <a:noFill/>
        </p:spPr>
        <p:txBody>
          <a:bodyPr vert="horz" wrap="square" lIns="0" tIns="0" rIns="0" bIns="0" rtlCol="0" anchor="t">
            <a:noAutofit/>
          </a:bodyPr>
          <a:lstStyle/>
          <a:p>
            <a:pPr>
              <a:spcAft>
                <a:spcPts val="400"/>
              </a:spcAft>
            </a:pPr>
            <a:r>
              <a:rPr kumimoji="1" lang="ja-JP" altLang="en-US" sz="1400">
                <a:solidFill>
                  <a:srgbClr val="FFFFFF"/>
                </a:solidFill>
                <a:latin typeface="BIZ UDPゴシック" panose="020B0400000000000000" pitchFamily="50" charset="-128"/>
                <a:ea typeface="BIZ UDPゴシック" panose="020B0400000000000000" pitchFamily="50" charset="-128"/>
              </a:rPr>
              <a:t>コミット（班全体）</a:t>
            </a:r>
          </a:p>
        </p:txBody>
      </p:sp>
      <p:sp>
        <p:nvSpPr>
          <p:cNvPr id="10" name="四角形: 角を丸くする 9">
            <a:extLst>
              <a:ext uri="{FF2B5EF4-FFF2-40B4-BE49-F238E27FC236}">
                <a16:creationId xmlns:a16="http://schemas.microsoft.com/office/drawing/2014/main" id="{F75DC618-3934-40FA-832E-F6A393DA0A64}"/>
              </a:ext>
            </a:extLst>
          </p:cNvPr>
          <p:cNvSpPr/>
          <p:nvPr/>
        </p:nvSpPr>
        <p:spPr>
          <a:xfrm>
            <a:off x="8026400" y="2540000"/>
            <a:ext cx="3556000" cy="1168400"/>
          </a:xfrm>
          <a:prstGeom prst="roundRect">
            <a:avLst>
              <a:gd name="adj" fmla="val 8000"/>
            </a:avLst>
          </a:prstGeom>
          <a:solidFill>
            <a:srgbClr val="3A2D5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A6AE061E-93F4-4E58-9DC6-B18CE62AC2DE}"/>
              </a:ext>
            </a:extLst>
          </p:cNvPr>
          <p:cNvSpPr txBox="1"/>
          <p:nvPr/>
        </p:nvSpPr>
        <p:spPr>
          <a:xfrm>
            <a:off x="8280400" y="2794000"/>
            <a:ext cx="1524000" cy="369332"/>
          </a:xfrm>
          <a:prstGeom prst="rect">
            <a:avLst/>
          </a:prstGeom>
          <a:noFill/>
        </p:spPr>
        <p:txBody>
          <a:bodyPr vert="horz" wrap="square" lIns="0" tIns="0" rIns="0" bIns="0" rtlCol="0" anchor="t">
            <a:noAutofit/>
          </a:bodyPr>
          <a:lstStyle/>
          <a:p>
            <a:pPr>
              <a:spcAft>
                <a:spcPts val="400"/>
              </a:spcAft>
            </a:pPr>
            <a:r>
              <a:rPr kumimoji="1" lang="en-US" altLang="ja-JP" sz="4000" b="1">
                <a:solidFill>
                  <a:srgbClr val="B9A6F0"/>
                </a:solidFill>
                <a:latin typeface="BIZ UDPゴシック" panose="020B0400000000000000" pitchFamily="50" charset="-128"/>
                <a:ea typeface="BIZ UDPゴシック" panose="020B0400000000000000" pitchFamily="50" charset="-128"/>
              </a:rPr>
              <a:t>50</a:t>
            </a:r>
            <a:endParaRPr kumimoji="1" lang="ja-JP" altLang="en-US" sz="4000" b="1">
              <a:solidFill>
                <a:srgbClr val="B9A6F0"/>
              </a:solidFill>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88FCF939-4CED-40F6-AEFA-B87C617F5F25}"/>
              </a:ext>
            </a:extLst>
          </p:cNvPr>
          <p:cNvSpPr txBox="1"/>
          <p:nvPr/>
        </p:nvSpPr>
        <p:spPr>
          <a:xfrm>
            <a:off x="9804400" y="2997200"/>
            <a:ext cx="1625600" cy="369332"/>
          </a:xfrm>
          <a:prstGeom prst="rect">
            <a:avLst/>
          </a:prstGeom>
          <a:noFill/>
        </p:spPr>
        <p:txBody>
          <a:bodyPr vert="horz" wrap="square" lIns="0" tIns="0" rIns="0" bIns="0" rtlCol="0" anchor="t">
            <a:noAutofit/>
          </a:bodyPr>
          <a:lstStyle/>
          <a:p>
            <a:pPr>
              <a:spcAft>
                <a:spcPts val="400"/>
              </a:spcAft>
            </a:pPr>
            <a:r>
              <a:rPr kumimoji="1" lang="ja-JP" altLang="en-US" sz="1400">
                <a:solidFill>
                  <a:srgbClr val="FFFFFF"/>
                </a:solidFill>
                <a:latin typeface="BIZ UDPゴシック" panose="020B0400000000000000" pitchFamily="50" charset="-128"/>
                <a:ea typeface="BIZ UDPゴシック" panose="020B0400000000000000" pitchFamily="50" charset="-128"/>
              </a:rPr>
              <a:t>マージしたプルリク</a:t>
            </a:r>
          </a:p>
        </p:txBody>
      </p:sp>
      <p:sp>
        <p:nvSpPr>
          <p:cNvPr id="13" name="四角形: 角を丸くする 12">
            <a:extLst>
              <a:ext uri="{FF2B5EF4-FFF2-40B4-BE49-F238E27FC236}">
                <a16:creationId xmlns:a16="http://schemas.microsoft.com/office/drawing/2014/main" id="{318244CB-0F10-4F14-9303-77E20E687E54}"/>
              </a:ext>
            </a:extLst>
          </p:cNvPr>
          <p:cNvSpPr/>
          <p:nvPr/>
        </p:nvSpPr>
        <p:spPr>
          <a:xfrm>
            <a:off x="8026400" y="3860800"/>
            <a:ext cx="3556000" cy="1168400"/>
          </a:xfrm>
          <a:prstGeom prst="roundRect">
            <a:avLst>
              <a:gd name="adj" fmla="val 8000"/>
            </a:avLst>
          </a:prstGeom>
          <a:solidFill>
            <a:srgbClr val="3A2D5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9B947484-3422-4C08-BD2E-0DEB771E1C65}"/>
              </a:ext>
            </a:extLst>
          </p:cNvPr>
          <p:cNvSpPr txBox="1"/>
          <p:nvPr/>
        </p:nvSpPr>
        <p:spPr>
          <a:xfrm>
            <a:off x="8280400" y="4114800"/>
            <a:ext cx="1524000" cy="369332"/>
          </a:xfrm>
          <a:prstGeom prst="rect">
            <a:avLst/>
          </a:prstGeom>
          <a:noFill/>
        </p:spPr>
        <p:txBody>
          <a:bodyPr vert="horz" wrap="square" lIns="0" tIns="0" rIns="0" bIns="0" rtlCol="0" anchor="t">
            <a:noAutofit/>
          </a:bodyPr>
          <a:lstStyle/>
          <a:p>
            <a:pPr>
              <a:spcAft>
                <a:spcPts val="400"/>
              </a:spcAft>
            </a:pPr>
            <a:r>
              <a:rPr kumimoji="1" lang="en-US" altLang="ja-JP" sz="4000" b="1">
                <a:solidFill>
                  <a:srgbClr val="8FE0C4"/>
                </a:solidFill>
                <a:latin typeface="BIZ UDPゴシック" panose="020B0400000000000000" pitchFamily="50" charset="-128"/>
                <a:ea typeface="BIZ UDPゴシック" panose="020B0400000000000000" pitchFamily="50" charset="-128"/>
              </a:rPr>
              <a:t>116</a:t>
            </a:r>
            <a:endParaRPr kumimoji="1" lang="ja-JP" altLang="en-US" sz="4000" b="1">
              <a:solidFill>
                <a:srgbClr val="8FE0C4"/>
              </a:solidFill>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7F24C406-AAE4-443E-B739-0D096E72C43A}"/>
              </a:ext>
            </a:extLst>
          </p:cNvPr>
          <p:cNvSpPr txBox="1"/>
          <p:nvPr/>
        </p:nvSpPr>
        <p:spPr>
          <a:xfrm>
            <a:off x="9804400" y="4191000"/>
            <a:ext cx="1625600" cy="369332"/>
          </a:xfrm>
          <a:prstGeom prst="rect">
            <a:avLst/>
          </a:prstGeom>
          <a:noFill/>
        </p:spPr>
        <p:txBody>
          <a:bodyPr vert="horz" wrap="square" lIns="0" tIns="0" rIns="0" bIns="0" rtlCol="0" anchor="t">
            <a:noAutofit/>
          </a:bodyPr>
          <a:lstStyle/>
          <a:p>
            <a:pPr>
              <a:spcAft>
                <a:spcPts val="400"/>
              </a:spcAft>
            </a:pPr>
            <a:r>
              <a:rPr kumimoji="1" lang="ja-JP" altLang="en-US" sz="1400">
                <a:solidFill>
                  <a:srgbClr val="FFFFFF"/>
                </a:solidFill>
                <a:latin typeface="BIZ UDPゴシック" panose="020B0400000000000000" pitchFamily="50" charset="-128"/>
                <a:ea typeface="BIZ UDPゴシック" panose="020B0400000000000000" pitchFamily="50" charset="-128"/>
              </a:rPr>
              <a:t>テスト項目</a:t>
            </a:r>
          </a:p>
          <a:p>
            <a:pPr>
              <a:spcAft>
                <a:spcPts val="400"/>
              </a:spcAft>
            </a:pPr>
            <a:r>
              <a:rPr kumimoji="1" lang="ja-JP" altLang="en-US" sz="1400">
                <a:solidFill>
                  <a:srgbClr val="FFFFFF"/>
                </a:solidFill>
                <a:latin typeface="BIZ UDPゴシック" panose="020B0400000000000000" pitchFamily="50" charset="-128"/>
                <a:ea typeface="BIZ UDPゴシック" panose="020B0400000000000000" pitchFamily="50" charset="-128"/>
              </a:rPr>
              <a:t>（すべて </a:t>
            </a:r>
            <a:r>
              <a:rPr kumimoji="1" lang="en-US" altLang="ja-JP" sz="1400">
                <a:solidFill>
                  <a:srgbClr val="FFFFFF"/>
                </a:solidFill>
                <a:latin typeface="BIZ UDPゴシック" panose="020B0400000000000000" pitchFamily="50" charset="-128"/>
                <a:ea typeface="BIZ UDPゴシック" panose="020B0400000000000000" pitchFamily="50" charset="-128"/>
              </a:rPr>
              <a:t>Pass</a:t>
            </a:r>
            <a:r>
              <a:rPr kumimoji="1" lang="ja-JP" altLang="en-US" sz="1400">
                <a:solidFill>
                  <a:srgbClr val="FFFFFF"/>
                </a:solidFill>
                <a:latin typeface="BIZ UDPゴシック" panose="020B0400000000000000" pitchFamily="50" charset="-128"/>
                <a:ea typeface="BIZ UDPゴシック" panose="020B0400000000000000" pitchFamily="50" charset="-128"/>
              </a:rPr>
              <a:t>）</a:t>
            </a:r>
          </a:p>
        </p:txBody>
      </p:sp>
      <p:sp>
        <p:nvSpPr>
          <p:cNvPr id="16" name="四角形: 角を丸くする 15">
            <a:extLst>
              <a:ext uri="{FF2B5EF4-FFF2-40B4-BE49-F238E27FC236}">
                <a16:creationId xmlns:a16="http://schemas.microsoft.com/office/drawing/2014/main" id="{9569EE23-0427-4979-A9E1-9624A44F6F54}"/>
              </a:ext>
            </a:extLst>
          </p:cNvPr>
          <p:cNvSpPr/>
          <p:nvPr/>
        </p:nvSpPr>
        <p:spPr>
          <a:xfrm>
            <a:off x="8026400" y="5181600"/>
            <a:ext cx="3556000" cy="1168400"/>
          </a:xfrm>
          <a:prstGeom prst="roundRect">
            <a:avLst>
              <a:gd name="adj" fmla="val 8000"/>
            </a:avLst>
          </a:prstGeom>
          <a:solidFill>
            <a:srgbClr val="3A2D5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246FCEC5-7445-4940-8525-2B9A0CB04CCB}"/>
              </a:ext>
            </a:extLst>
          </p:cNvPr>
          <p:cNvSpPr txBox="1"/>
          <p:nvPr/>
        </p:nvSpPr>
        <p:spPr>
          <a:xfrm>
            <a:off x="8280400" y="5435600"/>
            <a:ext cx="1524000" cy="369332"/>
          </a:xfrm>
          <a:prstGeom prst="rect">
            <a:avLst/>
          </a:prstGeom>
          <a:noFill/>
        </p:spPr>
        <p:txBody>
          <a:bodyPr vert="horz" wrap="square" lIns="0" tIns="0" rIns="0" bIns="0" rtlCol="0" anchor="t">
            <a:noAutofit/>
          </a:bodyPr>
          <a:lstStyle/>
          <a:p>
            <a:pPr>
              <a:spcAft>
                <a:spcPts val="400"/>
              </a:spcAft>
            </a:pPr>
            <a:r>
              <a:rPr kumimoji="1" lang="en-US" altLang="ja-JP" sz="4000" b="1">
                <a:solidFill>
                  <a:srgbClr val="9CCBF5"/>
                </a:solidFill>
                <a:latin typeface="BIZ UDPゴシック" panose="020B0400000000000000" pitchFamily="50" charset="-128"/>
                <a:ea typeface="BIZ UDPゴシック" panose="020B0400000000000000" pitchFamily="50" charset="-128"/>
              </a:rPr>
              <a:t>6</a:t>
            </a:r>
            <a:endParaRPr kumimoji="1" lang="ja-JP" altLang="en-US" sz="4000" b="1">
              <a:solidFill>
                <a:srgbClr val="9CCBF5"/>
              </a:solidFill>
              <a:latin typeface="BIZ UDPゴシック" panose="020B0400000000000000" pitchFamily="50" charset="-128"/>
              <a:ea typeface="BIZ UDPゴシック" panose="020B0400000000000000" pitchFamily="50" charset="-128"/>
            </a:endParaRPr>
          </a:p>
        </p:txBody>
      </p:sp>
      <p:sp>
        <p:nvSpPr>
          <p:cNvPr id="18" name="テキスト ボックス 17">
            <a:extLst>
              <a:ext uri="{FF2B5EF4-FFF2-40B4-BE49-F238E27FC236}">
                <a16:creationId xmlns:a16="http://schemas.microsoft.com/office/drawing/2014/main" id="{CA957C86-E69F-49A8-BE5C-964988DE5C1E}"/>
              </a:ext>
            </a:extLst>
          </p:cNvPr>
          <p:cNvSpPr txBox="1"/>
          <p:nvPr/>
        </p:nvSpPr>
        <p:spPr>
          <a:xfrm>
            <a:off x="9804400" y="5511800"/>
            <a:ext cx="1625600" cy="369332"/>
          </a:xfrm>
          <a:prstGeom prst="rect">
            <a:avLst/>
          </a:prstGeom>
          <a:noFill/>
        </p:spPr>
        <p:txBody>
          <a:bodyPr vert="horz" wrap="square" lIns="0" tIns="0" rIns="0" bIns="0" rtlCol="0" anchor="t">
            <a:noAutofit/>
          </a:bodyPr>
          <a:lstStyle/>
          <a:p>
            <a:pPr>
              <a:spcAft>
                <a:spcPts val="400"/>
              </a:spcAft>
            </a:pPr>
            <a:r>
              <a:rPr kumimoji="1" lang="ja-JP" altLang="en-US" sz="1400">
                <a:solidFill>
                  <a:srgbClr val="FFFFFF"/>
                </a:solidFill>
                <a:latin typeface="BIZ UDPゴシック" panose="020B0400000000000000" pitchFamily="50" charset="-128"/>
                <a:ea typeface="BIZ UDPゴシック" panose="020B0400000000000000" pitchFamily="50" charset="-128"/>
              </a:rPr>
              <a:t>曲</a:t>
            </a:r>
          </a:p>
          <a:p>
            <a:pPr>
              <a:spcAft>
                <a:spcPts val="400"/>
              </a:spcAft>
            </a:pPr>
            <a:r>
              <a:rPr kumimoji="1" lang="ja-JP" altLang="en-US" sz="1400">
                <a:solidFill>
                  <a:srgbClr val="FFFFFF"/>
                </a:solidFill>
                <a:latin typeface="BIZ UDPゴシック" panose="020B0400000000000000" pitchFamily="50" charset="-128"/>
                <a:ea typeface="BIZ UDPゴシック" panose="020B0400000000000000" pitchFamily="50" charset="-128"/>
              </a:rPr>
              <a:t>（はじめは</a:t>
            </a:r>
            <a:r>
              <a:rPr kumimoji="1" lang="en-US" altLang="ja-JP" sz="1400">
                <a:solidFill>
                  <a:srgbClr val="FFFFFF"/>
                </a:solidFill>
                <a:latin typeface="BIZ UDPゴシック" panose="020B0400000000000000" pitchFamily="50" charset="-128"/>
                <a:ea typeface="BIZ UDPゴシック" panose="020B0400000000000000" pitchFamily="50" charset="-128"/>
              </a:rPr>
              <a:t>3</a:t>
            </a:r>
            <a:r>
              <a:rPr kumimoji="1" lang="ja-JP" altLang="en-US" sz="1400">
                <a:solidFill>
                  <a:srgbClr val="FFFFFF"/>
                </a:solidFill>
                <a:latin typeface="BIZ UDPゴシック" panose="020B0400000000000000" pitchFamily="50" charset="-128"/>
                <a:ea typeface="BIZ UDPゴシック" panose="020B0400000000000000" pitchFamily="50" charset="-128"/>
              </a:rPr>
              <a:t>曲）</a:t>
            </a:r>
          </a:p>
        </p:txBody>
      </p:sp>
    </p:spTree>
    <p:extLst>
      <p:ext uri="{BB962C8B-B14F-4D97-AF65-F5344CB8AC3E}">
        <p14:creationId xmlns:p14="http://schemas.microsoft.com/office/powerpoint/2010/main" val="305230825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230</TotalTime>
  <Words>1135</Words>
  <Application>Microsoft Office PowerPoint</Application>
  <PresentationFormat>ワイド画面</PresentationFormat>
  <Paragraphs>129</Paragraphs>
  <Slides>5</Slides>
  <Notes>5</Notes>
  <HiddenSlides>0</HiddenSlides>
  <MMClips>1</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5</vt:i4>
      </vt:variant>
    </vt:vector>
  </HeadingPairs>
  <TitlesOfParts>
    <vt:vector size="10" baseType="lpstr">
      <vt:lpstr>BIZ UDPゴシック</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純子 中山</dc:creator>
  <cp:lastModifiedBy>有紀 松井</cp:lastModifiedBy>
  <cp:revision>17</cp:revision>
  <dcterms:created xsi:type="dcterms:W3CDTF">2026-10-23T07:35:14Z</dcterms:created>
  <dcterms:modified xsi:type="dcterms:W3CDTF">2026-10-23T13:50:23Z</dcterms:modified>
</cp:coreProperties>
</file>